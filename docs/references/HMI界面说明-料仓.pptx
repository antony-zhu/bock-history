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5" r:id="rId1"/>
  </p:sldMasterIdLst>
  <p:notesMasterIdLst>
    <p:notesMasterId r:id="rId11"/>
  </p:notesMasterIdLst>
  <p:handoutMasterIdLst>
    <p:handoutMasterId r:id="rId12"/>
  </p:handoutMasterIdLst>
  <p:sldIdLst>
    <p:sldId id="19449" r:id="rId2"/>
    <p:sldId id="19410" r:id="rId3"/>
    <p:sldId id="19447" r:id="rId4"/>
    <p:sldId id="19450" r:id="rId5"/>
    <p:sldId id="19448" r:id="rId6"/>
    <p:sldId id="19451" r:id="rId7"/>
    <p:sldId id="19452" r:id="rId8"/>
    <p:sldId id="19453" r:id="rId9"/>
    <p:sldId id="19454" r:id="rId10"/>
  </p:sldIdLst>
  <p:sldSz cx="12858750" cy="7232650"/>
  <p:notesSz cx="6858000" cy="9144000"/>
  <p:custDataLst>
    <p:tags r:id="rId1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39763" indent="-1825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638" indent="-5540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28" userDrawn="1">
          <p15:clr>
            <a:srgbClr val="A4A3A4"/>
          </p15:clr>
        </p15:guide>
        <p15:guide id="2" pos="4050" userDrawn="1">
          <p15:clr>
            <a:srgbClr val="A4A3A4"/>
          </p15:clr>
        </p15:guide>
        <p15:guide id="3" pos="557" userDrawn="1">
          <p15:clr>
            <a:srgbClr val="A4A3A4"/>
          </p15:clr>
        </p15:guide>
        <p15:guide id="5" orient="horz" pos="4183" userDrawn="1">
          <p15:clr>
            <a:srgbClr val="A4A3A4"/>
          </p15:clr>
        </p15:guide>
        <p15:guide id="6" pos="7497" userDrawn="1">
          <p15:clr>
            <a:srgbClr val="A4A3A4"/>
          </p15:clr>
        </p15:guide>
        <p15:guide id="7" pos="69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575D5E"/>
    <a:srgbClr val="9D9FA2"/>
    <a:srgbClr val="006AB5"/>
    <a:srgbClr val="0054A6"/>
    <a:srgbClr val="68ABDE"/>
    <a:srgbClr val="383E6B"/>
    <a:srgbClr val="01388F"/>
    <a:srgbClr val="A7D2F3"/>
    <a:srgbClr val="5ED1E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59" autoAdjust="0"/>
    <p:restoredTop sz="95352" autoAdjust="0"/>
  </p:normalViewPr>
  <p:slideViewPr>
    <p:cSldViewPr>
      <p:cViewPr varScale="1">
        <p:scale>
          <a:sx n="81" d="100"/>
          <a:sy n="81" d="100"/>
        </p:scale>
        <p:origin x="-571" y="-91"/>
      </p:cViewPr>
      <p:guideLst>
        <p:guide orient="horz" pos="328"/>
        <p:guide orient="horz" pos="4183"/>
        <p:guide pos="4050"/>
        <p:guide pos="557"/>
        <p:guide pos="7497"/>
        <p:guide pos="6908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281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9E2DB-5211-475A-A572-BC0F4C1EBAD1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CE634-C312-44D9-B6A2-480DEE8B09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3663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pPr>
                <a:defRPr/>
              </a:pPr>
              <a:t>2026/7/19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40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493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6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788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A6D9D0F-0794-51E0-E2BE-4FE0FB860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xmlns="" id="{8441BF3D-DEF4-23DE-1F20-FF08529F9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xmlns="" id="{5B445B3B-9250-1761-A5EB-9CD8A7A68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2EAAF367-0FA4-87CE-8F2B-C9349AA1E3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537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52400" y="170288"/>
            <a:ext cx="12553950" cy="6892076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1024036"/>
            <a:ext cx="12858751" cy="620861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C227-3E6F-4078-BB08-2654D0AE0502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27EB-AB73-4860-A1B1-B2B84940B1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664265"/>
      </p:ext>
    </p:extLst>
  </p:cSld>
  <p:clrMapOvr>
    <a:masterClrMapping/>
  </p:clrMapOvr>
  <p:transition spd="slow" advTm="300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6C227-3E6F-4078-BB08-2654D0AE0502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27EB-AB73-4860-A1B1-B2B84940B1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462821"/>
      </p:ext>
    </p:extLst>
  </p:cSld>
  <p:clrMapOvr>
    <a:masterClrMapping/>
  </p:clrMapOvr>
  <p:transition spd="slow" advTm="300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49122"/>
      </p:ext>
    </p:extLst>
  </p:cSld>
  <p:clrMapOvr>
    <a:masterClrMapping/>
  </p:clrMapOvr>
  <p:transition spd="slow" advTm="3000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Placeholder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381316"/>
      </p:ext>
    </p:extLst>
  </p:cSld>
  <p:clrMapOvr>
    <a:masterClrMapping/>
  </p:clrMapOvr>
  <p:transition spd="slow" advTm="3000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347990"/>
      </p:ext>
    </p:extLst>
  </p:cSld>
  <p:clrMapOvr>
    <a:masterClrMapping/>
  </p:clrMapOvr>
  <p:transition spd="slow" advTm="3000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464594" y="508964"/>
            <a:ext cx="7929563" cy="49711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375" b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536156" y="1003924"/>
            <a:ext cx="5786438" cy="28228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8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42915" indent="0">
              <a:buNone/>
              <a:defRPr sz="1687"/>
            </a:lvl2pPr>
            <a:lvl3pPr marL="1285829" indent="0">
              <a:buNone/>
              <a:defRPr sz="1406"/>
            </a:lvl3pPr>
            <a:lvl4pPr marL="1928744" indent="0">
              <a:buNone/>
              <a:defRPr sz="1266"/>
            </a:lvl4pPr>
            <a:lvl5pPr marL="2571659" indent="0">
              <a:buNone/>
              <a:defRPr sz="1266"/>
            </a:lvl5pPr>
            <a:lvl6pPr marL="3214573" indent="0">
              <a:buNone/>
              <a:defRPr sz="1266"/>
            </a:lvl6pPr>
            <a:lvl7pPr marL="3857488" indent="0">
              <a:buNone/>
              <a:defRPr sz="1266"/>
            </a:lvl7pPr>
            <a:lvl8pPr marL="4500402" indent="0">
              <a:buNone/>
              <a:defRPr sz="1266"/>
            </a:lvl8pPr>
            <a:lvl9pPr marL="5143317" indent="0">
              <a:buNone/>
              <a:defRPr sz="1266"/>
            </a:lvl9pPr>
          </a:lstStyle>
          <a:p>
            <a:pPr lvl="0"/>
            <a:r>
              <a:rPr lang="en-US" dirty="0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657026149"/>
      </p:ext>
    </p:extLst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464594" y="508964"/>
            <a:ext cx="7929563" cy="49711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375" b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536156" y="1003924"/>
            <a:ext cx="5786438" cy="28228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8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42915" indent="0">
              <a:buNone/>
              <a:defRPr sz="1687"/>
            </a:lvl2pPr>
            <a:lvl3pPr marL="1285829" indent="0">
              <a:buNone/>
              <a:defRPr sz="1406"/>
            </a:lvl3pPr>
            <a:lvl4pPr marL="1928744" indent="0">
              <a:buNone/>
              <a:defRPr sz="1266"/>
            </a:lvl4pPr>
            <a:lvl5pPr marL="2571659" indent="0">
              <a:buNone/>
              <a:defRPr sz="1266"/>
            </a:lvl5pPr>
            <a:lvl6pPr marL="3214573" indent="0">
              <a:buNone/>
              <a:defRPr sz="1266"/>
            </a:lvl6pPr>
            <a:lvl7pPr marL="3857488" indent="0">
              <a:buNone/>
              <a:defRPr sz="1266"/>
            </a:lvl7pPr>
            <a:lvl8pPr marL="4500402" indent="0">
              <a:buNone/>
              <a:defRPr sz="1266"/>
            </a:lvl8pPr>
            <a:lvl9pPr marL="5143317" indent="0">
              <a:buNone/>
              <a:defRPr sz="1266"/>
            </a:lvl9pPr>
          </a:lstStyle>
          <a:p>
            <a:pPr lvl="0"/>
            <a:r>
              <a:rPr lang="en-US" dirty="0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537031604"/>
      </p:ext>
    </p:extLst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4150165"/>
      </p:ext>
    </p:extLst>
  </p:cSld>
  <p:clrMapOvr>
    <a:masterClrMapping/>
  </p:clrMapOvr>
  <p:transition spd="slow" advTm="3000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54289"/>
      </p:ext>
    </p:extLst>
  </p:cSld>
  <p:clrMapOvr>
    <a:masterClrMapping/>
  </p:clrMapOvr>
  <p:transition spd="slow" advTm="3000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238879"/>
      </p:ext>
    </p:extLst>
  </p:cSld>
  <p:clrMapOvr>
    <a:masterClrMapping/>
  </p:clrMapOvr>
  <p:transition spd="slow" advTm="3000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7019834"/>
      </p:ext>
    </p:extLst>
  </p:cSld>
  <p:clrMapOvr>
    <a:masterClrMapping/>
  </p:clrMapOvr>
  <p:transition spd="slow" advTm="3000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0014038"/>
      </p:ext>
    </p:extLst>
  </p:cSld>
  <p:clrMapOvr>
    <a:masterClrMapping/>
  </p:clrMapOvr>
  <p:transition spd="slow" advTm="3000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0672933"/>
      </p:ext>
    </p:extLst>
  </p:cSld>
  <p:clrMapOvr>
    <a:masterClrMapping/>
  </p:clrMapOvr>
  <p:transition spd="slow" advTm="3000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148046"/>
      </p:ext>
    </p:extLst>
  </p:cSld>
  <p:clrMapOvr>
    <a:masterClrMapping/>
  </p:clrMapOvr>
  <p:transition spd="slow" advTm="3000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535312"/>
      </p:ext>
    </p:extLst>
  </p:cSld>
  <p:clrMapOvr>
    <a:masterClrMapping/>
  </p:clrMapOvr>
  <p:transition spd="slow" advTm="3000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2257694"/>
      </p:ext>
    </p:extLst>
  </p:cSld>
  <p:clrMapOvr>
    <a:masterClrMapping/>
  </p:clrMapOvr>
  <p:transition spd="slow" advTm="3000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490145"/>
      </p:ext>
    </p:extLst>
  </p:cSld>
  <p:clrMapOvr>
    <a:masterClrMapping/>
  </p:clrMapOvr>
  <p:transition spd="slow" advTm="3000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803450"/>
      </p:ext>
    </p:extLst>
  </p:cSld>
  <p:clrMapOvr>
    <a:masterClrMapping/>
  </p:clrMapOvr>
  <p:transition spd="slow" advTm="3000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218168"/>
      </p:ext>
    </p:extLst>
  </p:cSld>
  <p:clrMapOvr>
    <a:masterClrMapping/>
  </p:clrMapOvr>
  <p:transition spd="slow" advTm="3000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6C227-3E6F-4078-BB08-2654D0AE0502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427EB-AB73-4860-A1B1-B2B84940B1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225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9" r:id="rId2"/>
    <p:sldLayoutId id="2147483719" r:id="rId3"/>
    <p:sldLayoutId id="2147483720" r:id="rId4"/>
    <p:sldLayoutId id="2147483721" r:id="rId5"/>
    <p:sldLayoutId id="2147483723" r:id="rId6"/>
    <p:sldLayoutId id="2147483725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57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7" r:id="rId19"/>
  </p:sldLayoutIdLst>
  <p:transition spd="slow" advTm="3000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42B1DD2-2E03-B6DC-62B9-37ADD7AF0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65">
            <a:extLst>
              <a:ext uri="{FF2B5EF4-FFF2-40B4-BE49-F238E27FC236}">
                <a16:creationId xmlns:a16="http://schemas.microsoft.com/office/drawing/2014/main" xmlns="" id="{5042F7C1-3858-CCC5-1D8D-1D2FE6B378F7}"/>
              </a:ext>
            </a:extLst>
          </p:cNvPr>
          <p:cNvSpPr/>
          <p:nvPr/>
        </p:nvSpPr>
        <p:spPr>
          <a:xfrm>
            <a:off x="11396570" y="6946165"/>
            <a:ext cx="1459713" cy="143978"/>
          </a:xfrm>
          <a:prstGeom prst="rect">
            <a:avLst/>
          </a:prstGeom>
          <a:solidFill>
            <a:srgbClr val="01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5" tIns="45706" rIns="91415" bIns="457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/>
          </a:p>
        </p:txBody>
      </p:sp>
      <p:sp>
        <p:nvSpPr>
          <p:cNvPr id="126" name="任意多边形 125">
            <a:extLst>
              <a:ext uri="{FF2B5EF4-FFF2-40B4-BE49-F238E27FC236}">
                <a16:creationId xmlns:a16="http://schemas.microsoft.com/office/drawing/2014/main" xmlns="" id="{C99BCC60-582D-FF99-581D-C18865006AEA}"/>
              </a:ext>
            </a:extLst>
          </p:cNvPr>
          <p:cNvSpPr/>
          <p:nvPr/>
        </p:nvSpPr>
        <p:spPr>
          <a:xfrm>
            <a:off x="-14688" y="211521"/>
            <a:ext cx="1090870" cy="708711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01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26BC52E5-1FD6-16CD-10D7-3779CE930F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111" y="6045690"/>
            <a:ext cx="567773" cy="787624"/>
          </a:xfrm>
          <a:prstGeom prst="rect">
            <a:avLst/>
          </a:prstGeom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xmlns="" id="{407BE102-54F3-9856-CA63-38FB397269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612" y="6045692"/>
            <a:ext cx="446107" cy="787622"/>
          </a:xfrm>
          <a:prstGeom prst="rect">
            <a:avLst/>
          </a:prstGeom>
          <a:ln>
            <a:noFill/>
          </a:ln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xmlns="" id="{8FCBF986-F968-75AC-C39A-7AFBE1EB64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861" y="6045690"/>
            <a:ext cx="426895" cy="787624"/>
          </a:xfrm>
          <a:prstGeom prst="rect">
            <a:avLst/>
          </a:prstGeom>
          <a:ln>
            <a:noFill/>
          </a:ln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xmlns="" id="{95AC6492-820F-D1A0-F984-26CB4803B1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197" y="6046019"/>
            <a:ext cx="595271" cy="787295"/>
          </a:xfrm>
          <a:prstGeom prst="rect">
            <a:avLst/>
          </a:prstGeom>
          <a:ln>
            <a:noFill/>
          </a:ln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xmlns="" id="{BC0325DC-2361-7B38-FA05-D46C0BC2A16E}"/>
              </a:ext>
            </a:extLst>
          </p:cNvPr>
          <p:cNvGrpSpPr/>
          <p:nvPr/>
        </p:nvGrpSpPr>
        <p:grpSpPr>
          <a:xfrm>
            <a:off x="1333306" y="6079398"/>
            <a:ext cx="2647797" cy="753916"/>
            <a:chOff x="1333306" y="6030258"/>
            <a:chExt cx="2647797" cy="753916"/>
          </a:xfrm>
          <a:solidFill>
            <a:srgbClr val="575D5E"/>
          </a:solidFill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xmlns="" id="{D2D8F1B4-1402-ED38-80E5-632AE4570F62}"/>
                </a:ext>
              </a:extLst>
            </p:cNvPr>
            <p:cNvSpPr/>
            <p:nvPr/>
          </p:nvSpPr>
          <p:spPr>
            <a:xfrm>
              <a:off x="1333306" y="6030258"/>
              <a:ext cx="2647797" cy="7539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xmlns="" id="{91D1637D-71B3-D46F-5E4C-AD770F06E669}"/>
                </a:ext>
              </a:extLst>
            </p:cNvPr>
            <p:cNvSpPr txBox="1"/>
            <p:nvPr/>
          </p:nvSpPr>
          <p:spPr>
            <a:xfrm>
              <a:off x="1363423" y="6084050"/>
              <a:ext cx="1321536" cy="646331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95000"/>
                    </a:schemeClr>
                  </a:solidFill>
                  <a:latin typeface="+mn-ea"/>
                  <a:ea typeface="+mn-ea"/>
                </a:rPr>
                <a:t>操作者</a:t>
              </a:r>
              <a:endParaRPr lang="en-US" altLang="zh-CN" b="1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endParaRPr>
            </a:p>
            <a:p>
              <a:pPr algn="ctr"/>
              <a:r>
                <a:rPr lang="en-US" altLang="zh-CN" b="1" dirty="0">
                  <a:solidFill>
                    <a:schemeClr val="bg1">
                      <a:lumMod val="95000"/>
                    </a:schemeClr>
                  </a:solidFill>
                  <a:latin typeface="+mn-ea"/>
                  <a:ea typeface="+mn-ea"/>
                </a:rPr>
                <a:t>Operator</a:t>
              </a:r>
              <a:endParaRPr lang="zh-CN" altLang="en-US" b="1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xmlns="" id="{5887FC85-902B-B6A5-CC28-C8AC6FDC264A}"/>
                </a:ext>
              </a:extLst>
            </p:cNvPr>
            <p:cNvSpPr txBox="1"/>
            <p:nvPr/>
          </p:nvSpPr>
          <p:spPr>
            <a:xfrm>
              <a:off x="2450556" y="6197925"/>
              <a:ext cx="1465552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95000"/>
                    </a:schemeClr>
                  </a:solidFill>
                  <a:latin typeface="+mn-ea"/>
                  <a:ea typeface="+mn-ea"/>
                </a:rPr>
                <a:t>XXXXXX</a:t>
              </a:r>
              <a:endParaRPr lang="zh-CN" altLang="en-US" b="1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5E74BD06-CFED-4D10-4D13-E63129F2C7F4}"/>
              </a:ext>
            </a:extLst>
          </p:cNvPr>
          <p:cNvGrpSpPr/>
          <p:nvPr/>
        </p:nvGrpSpPr>
        <p:grpSpPr>
          <a:xfrm>
            <a:off x="9957767" y="6079398"/>
            <a:ext cx="1451611" cy="753916"/>
            <a:chOff x="9957767" y="5951985"/>
            <a:chExt cx="1451611" cy="753916"/>
          </a:xfrm>
          <a:solidFill>
            <a:srgbClr val="575D5E"/>
          </a:solidFill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xmlns="" id="{AD44950A-3B6C-4C2C-E2B3-713423152DED}"/>
                </a:ext>
              </a:extLst>
            </p:cNvPr>
            <p:cNvSpPr/>
            <p:nvPr/>
          </p:nvSpPr>
          <p:spPr>
            <a:xfrm>
              <a:off x="9957767" y="5951985"/>
              <a:ext cx="1451611" cy="7539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xmlns="" id="{62E02184-72CB-4303-8773-1DC280804E68}"/>
                </a:ext>
              </a:extLst>
            </p:cNvPr>
            <p:cNvSpPr txBox="1"/>
            <p:nvPr/>
          </p:nvSpPr>
          <p:spPr>
            <a:xfrm>
              <a:off x="10022804" y="6005778"/>
              <a:ext cx="1321536" cy="646331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>
                      <a:lumMod val="95000"/>
                    </a:schemeClr>
                  </a:solidFill>
                  <a:latin typeface="+mn-ea"/>
                  <a:ea typeface="+mn-ea"/>
                </a:rPr>
                <a:t>自动</a:t>
              </a:r>
              <a:endParaRPr lang="en-US" altLang="zh-CN" b="1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endParaRPr>
            </a:p>
            <a:p>
              <a:pPr algn="ctr"/>
              <a:r>
                <a:rPr lang="en-US" altLang="zh-CN" b="1" dirty="0">
                  <a:solidFill>
                    <a:schemeClr val="bg1">
                      <a:lumMod val="95000"/>
                    </a:schemeClr>
                  </a:solidFill>
                  <a:latin typeface="+mn-ea"/>
                  <a:ea typeface="+mn-ea"/>
                </a:rPr>
                <a:t>Auto</a:t>
              </a:r>
              <a:endParaRPr lang="zh-CN" altLang="en-US" b="1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FF7E7FDB-81EC-61B3-BFF1-7974C45E9BE2}"/>
              </a:ext>
            </a:extLst>
          </p:cNvPr>
          <p:cNvGrpSpPr/>
          <p:nvPr/>
        </p:nvGrpSpPr>
        <p:grpSpPr>
          <a:xfrm>
            <a:off x="9958323" y="5153139"/>
            <a:ext cx="1451611" cy="753916"/>
            <a:chOff x="9957767" y="5951985"/>
            <a:chExt cx="1451611" cy="753916"/>
          </a:xfrm>
          <a:solidFill>
            <a:schemeClr val="bg1"/>
          </a:solidFill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xmlns="" id="{471FDB78-820C-6F7D-A634-00A15A85E74B}"/>
                </a:ext>
              </a:extLst>
            </p:cNvPr>
            <p:cNvSpPr/>
            <p:nvPr/>
          </p:nvSpPr>
          <p:spPr>
            <a:xfrm>
              <a:off x="9957767" y="5951985"/>
              <a:ext cx="1451611" cy="7539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xmlns="" id="{44097190-CCE1-2711-0823-64C35A9C7341}"/>
                </a:ext>
              </a:extLst>
            </p:cNvPr>
            <p:cNvSpPr txBox="1"/>
            <p:nvPr/>
          </p:nvSpPr>
          <p:spPr>
            <a:xfrm>
              <a:off x="10022804" y="6005778"/>
              <a:ext cx="1321536" cy="646331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latin typeface="+mn-ea"/>
                  <a:ea typeface="+mn-ea"/>
                </a:rPr>
                <a:t>手动</a:t>
              </a:r>
              <a:endParaRPr lang="en-US" altLang="zh-CN" b="1" dirty="0">
                <a:latin typeface="+mn-ea"/>
                <a:ea typeface="+mn-ea"/>
              </a:endParaRPr>
            </a:p>
            <a:p>
              <a:pPr algn="ctr"/>
              <a:r>
                <a:rPr lang="en-US" altLang="zh-CN" b="1" dirty="0">
                  <a:latin typeface="+mn-ea"/>
                  <a:ea typeface="+mn-ea"/>
                </a:rPr>
                <a:t>Manual</a:t>
              </a:r>
              <a:endParaRPr lang="zh-CN" altLang="en-US" b="1" dirty="0">
                <a:latin typeface="+mn-ea"/>
                <a:ea typeface="+mn-ea"/>
              </a:endParaRPr>
            </a:p>
          </p:txBody>
        </p: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028" y="6044914"/>
            <a:ext cx="524025" cy="78840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810" y="804059"/>
            <a:ext cx="10088124" cy="527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28903"/>
      </p:ext>
    </p:extLst>
  </p:cSld>
  <p:clrMapOvr>
    <a:masterClrMapping/>
  </p:clrMapOvr>
  <p:transition spd="slow" advTm="3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65"/>
          <p:cNvSpPr/>
          <p:nvPr/>
        </p:nvSpPr>
        <p:spPr>
          <a:xfrm>
            <a:off x="11396570" y="6946165"/>
            <a:ext cx="1459713" cy="143978"/>
          </a:xfrm>
          <a:prstGeom prst="rect">
            <a:avLst/>
          </a:prstGeom>
          <a:solidFill>
            <a:srgbClr val="01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5" tIns="45706" rIns="91415" bIns="457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/>
          </a:p>
        </p:txBody>
      </p:sp>
      <p:sp>
        <p:nvSpPr>
          <p:cNvPr id="126" name="任意多边形 125"/>
          <p:cNvSpPr/>
          <p:nvPr/>
        </p:nvSpPr>
        <p:spPr>
          <a:xfrm>
            <a:off x="-14688" y="211521"/>
            <a:ext cx="1090870" cy="708711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01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grpSp>
        <p:nvGrpSpPr>
          <p:cNvPr id="127" name="组合 126"/>
          <p:cNvGrpSpPr/>
          <p:nvPr/>
        </p:nvGrpSpPr>
        <p:grpSpPr>
          <a:xfrm>
            <a:off x="512986" y="352762"/>
            <a:ext cx="426236" cy="42623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8" name="同心圆 12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697">
                <a:defRPr/>
              </a:pPr>
              <a:endParaRPr lang="zh-CN" altLang="en-US" sz="2531" kern="0">
                <a:solidFill>
                  <a:sysClr val="windowText" lastClr="000000"/>
                </a:solidFill>
                <a:latin typeface="Calibri"/>
                <a:ea typeface="宋体"/>
              </a:endParaRPr>
            </a:p>
          </p:txBody>
        </p:sp>
        <p:sp>
          <p:nvSpPr>
            <p:cNvPr id="129" name="椭圆 128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697">
                <a:defRPr/>
              </a:pPr>
              <a:endParaRPr lang="zh-CN" altLang="en-US" sz="2531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sp>
        <p:nvSpPr>
          <p:cNvPr id="130" name="文本框 32"/>
          <p:cNvSpPr txBox="1"/>
          <p:nvPr/>
        </p:nvSpPr>
        <p:spPr>
          <a:xfrm>
            <a:off x="1126443" y="362064"/>
            <a:ext cx="3959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标题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xmlns="" id="{3AF4DE92-365F-DD29-A73D-199AC2AFE557}"/>
              </a:ext>
            </a:extLst>
          </p:cNvPr>
          <p:cNvGrpSpPr/>
          <p:nvPr/>
        </p:nvGrpSpPr>
        <p:grpSpPr>
          <a:xfrm>
            <a:off x="5723920" y="1024038"/>
            <a:ext cx="1800000" cy="2267969"/>
            <a:chOff x="5830647" y="1024038"/>
            <a:chExt cx="1800000" cy="226796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xmlns="" id="{1E3C25FB-3609-49F8-C40D-43A89A720C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30647" y="1024038"/>
              <a:ext cx="1800000" cy="226796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xmlns="" id="{931670B6-4337-11AC-CC7E-D91120C537F6}"/>
                </a:ext>
              </a:extLst>
            </p:cNvPr>
            <p:cNvGrpSpPr/>
            <p:nvPr/>
          </p:nvGrpSpPr>
          <p:grpSpPr>
            <a:xfrm>
              <a:off x="5889497" y="1078822"/>
              <a:ext cx="1682300" cy="2158401"/>
              <a:chOff x="5451385" y="1831804"/>
              <a:chExt cx="1682300" cy="2158401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xmlns="" id="{36742C0F-6AE4-EC89-3E32-0F30EB0B39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51385" y="1831804"/>
                <a:ext cx="1544040" cy="1440000"/>
              </a:xfrm>
              <a:prstGeom prst="rect">
                <a:avLst/>
              </a:prstGeom>
            </p:spPr>
          </p:pic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xmlns="" id="{18A71E87-0CC6-5F07-1871-41A0DAB8FC05}"/>
                  </a:ext>
                </a:extLst>
              </p:cNvPr>
              <p:cNvSpPr txBox="1"/>
              <p:nvPr/>
            </p:nvSpPr>
            <p:spPr>
              <a:xfrm>
                <a:off x="5475365" y="3343874"/>
                <a:ext cx="16583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+mj-ea"/>
                    <a:ea typeface="+mj-ea"/>
                  </a:rPr>
                  <a:t>维护</a:t>
                </a:r>
                <a:endParaRPr lang="en-US" altLang="zh-CN" dirty="0">
                  <a:latin typeface="+mj-ea"/>
                  <a:ea typeface="+mj-ea"/>
                </a:endParaRPr>
              </a:p>
              <a:p>
                <a:pPr algn="ctr"/>
                <a:r>
                  <a:rPr lang="en-US" altLang="zh-CN" dirty="0">
                    <a:latin typeface="+mj-ea"/>
                    <a:ea typeface="+mj-ea"/>
                  </a:rPr>
                  <a:t>Maintenance</a:t>
                </a:r>
                <a:endParaRPr lang="zh-CN" altLang="en-US" dirty="0"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xmlns="" id="{CE9F8854-7ACB-EBF8-D545-A9147BC89618}"/>
              </a:ext>
            </a:extLst>
          </p:cNvPr>
          <p:cNvGrpSpPr/>
          <p:nvPr/>
        </p:nvGrpSpPr>
        <p:grpSpPr>
          <a:xfrm>
            <a:off x="7803622" y="1024038"/>
            <a:ext cx="1800000" cy="2267969"/>
            <a:chOff x="7899483" y="1024038"/>
            <a:chExt cx="1800000" cy="2267969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D871A804-C511-E7A2-CA10-267603B01D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9483" y="1024038"/>
              <a:ext cx="1800000" cy="226796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xmlns="" id="{6DD62393-6C38-83D8-3F59-DF19B199D092}"/>
                </a:ext>
              </a:extLst>
            </p:cNvPr>
            <p:cNvGrpSpPr/>
            <p:nvPr/>
          </p:nvGrpSpPr>
          <p:grpSpPr>
            <a:xfrm>
              <a:off x="8090350" y="1078822"/>
              <a:ext cx="1435464" cy="2158401"/>
              <a:chOff x="7622541" y="1831804"/>
              <a:chExt cx="1435464" cy="2158401"/>
            </a:xfrm>
          </p:grpSpPr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xmlns="" id="{7AA1676B-0E25-E895-3096-87942CC8C0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2541" y="1831804"/>
                <a:ext cx="1435464" cy="1621942"/>
              </a:xfrm>
              <a:prstGeom prst="rect">
                <a:avLst/>
              </a:prstGeom>
            </p:spPr>
          </p:pic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xmlns="" id="{1312B53C-9B4E-EA2F-85EA-99CBE04BB21C}"/>
                  </a:ext>
                </a:extLst>
              </p:cNvPr>
              <p:cNvSpPr txBox="1"/>
              <p:nvPr/>
            </p:nvSpPr>
            <p:spPr>
              <a:xfrm>
                <a:off x="7806381" y="3343874"/>
                <a:ext cx="106778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+mj-ea"/>
                    <a:ea typeface="+mj-ea"/>
                  </a:rPr>
                  <a:t>报警</a:t>
                </a:r>
                <a:r>
                  <a:rPr lang="en-US" altLang="zh-CN" dirty="0">
                    <a:latin typeface="+mj-ea"/>
                    <a:ea typeface="+mj-ea"/>
                  </a:rPr>
                  <a:t>Alarm</a:t>
                </a:r>
                <a:endParaRPr lang="zh-CN" altLang="en-US" dirty="0"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BEE86D4B-69E7-2C43-E52D-78DC60F43565}"/>
              </a:ext>
            </a:extLst>
          </p:cNvPr>
          <p:cNvGrpSpPr/>
          <p:nvPr/>
        </p:nvGrpSpPr>
        <p:grpSpPr>
          <a:xfrm>
            <a:off x="1564516" y="1024038"/>
            <a:ext cx="1800000" cy="2267969"/>
            <a:chOff x="1564516" y="1024038"/>
            <a:chExt cx="1800000" cy="2267969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xmlns="" id="{D150A55D-B702-44D1-E057-4B6180476F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64516" y="1024038"/>
              <a:ext cx="1800000" cy="226796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xmlns="" id="{91122759-FBD5-0823-14F9-73CB684F6C3C}"/>
                </a:ext>
              </a:extLst>
            </p:cNvPr>
            <p:cNvGrpSpPr/>
            <p:nvPr/>
          </p:nvGrpSpPr>
          <p:grpSpPr>
            <a:xfrm>
              <a:off x="1812757" y="1078822"/>
              <a:ext cx="1303519" cy="2158401"/>
              <a:chOff x="1802913" y="1096045"/>
              <a:chExt cx="1303519" cy="2158401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xmlns="" id="{B37668CB-DB5A-AABD-88F2-F04959887EA1}"/>
                  </a:ext>
                </a:extLst>
              </p:cNvPr>
              <p:cNvSpPr txBox="1"/>
              <p:nvPr/>
            </p:nvSpPr>
            <p:spPr>
              <a:xfrm>
                <a:off x="1920780" y="2608115"/>
                <a:ext cx="1067784" cy="646331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+mj-ea"/>
                    <a:ea typeface="+mj-ea"/>
                  </a:rPr>
                  <a:t>主页</a:t>
                </a:r>
                <a:endParaRPr lang="en-US" altLang="zh-CN" dirty="0">
                  <a:latin typeface="+mj-ea"/>
                  <a:ea typeface="+mj-ea"/>
                </a:endParaRPr>
              </a:p>
              <a:p>
                <a:pPr algn="ctr"/>
                <a:r>
                  <a:rPr lang="en-US" altLang="zh-CN" dirty="0">
                    <a:latin typeface="+mj-ea"/>
                    <a:ea typeface="+mj-ea"/>
                  </a:rPr>
                  <a:t>Home</a:t>
                </a:r>
                <a:endParaRPr lang="zh-CN" altLang="en-US" dirty="0">
                  <a:latin typeface="+mj-ea"/>
                  <a:ea typeface="+mj-ea"/>
                </a:endParaRPr>
              </a:p>
            </p:txBody>
          </p:sp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xmlns="" id="{1462A080-4501-AE3D-3CF2-7E4CA6ACC3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02913" y="1096045"/>
                <a:ext cx="1303519" cy="1440000"/>
              </a:xfrm>
              <a:prstGeom prst="rect">
                <a:avLst/>
              </a:prstGeom>
            </p:spPr>
          </p:pic>
        </p:grp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xmlns="" id="{ADC70B29-F65C-D4BB-023C-4F87873E750C}"/>
              </a:ext>
            </a:extLst>
          </p:cNvPr>
          <p:cNvGrpSpPr/>
          <p:nvPr/>
        </p:nvGrpSpPr>
        <p:grpSpPr>
          <a:xfrm>
            <a:off x="9883323" y="1024038"/>
            <a:ext cx="1800000" cy="2267969"/>
            <a:chOff x="9883323" y="1024038"/>
            <a:chExt cx="1800000" cy="2267969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A7A88864-00C4-6741-F9D1-CC2326A3AB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83323" y="1024038"/>
              <a:ext cx="1800000" cy="226796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xmlns="" id="{E9BF312B-534D-023D-3322-76B20AF71B69}"/>
                </a:ext>
              </a:extLst>
            </p:cNvPr>
            <p:cNvSpPr txBox="1"/>
            <p:nvPr/>
          </p:nvSpPr>
          <p:spPr>
            <a:xfrm>
              <a:off x="10173803" y="2608115"/>
              <a:ext cx="12190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+mj-ea"/>
                  <a:ea typeface="+mj-ea"/>
                </a:rPr>
                <a:t>历史记录</a:t>
              </a:r>
              <a:r>
                <a:rPr lang="en-US" altLang="zh-CN" dirty="0">
                  <a:latin typeface="+mj-ea"/>
                  <a:ea typeface="+mj-ea"/>
                </a:rPr>
                <a:t>History</a:t>
              </a:r>
              <a:endParaRPr lang="zh-CN" altLang="en-US" dirty="0">
                <a:latin typeface="+mj-ea"/>
                <a:ea typeface="+mj-ea"/>
              </a:endParaRPr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xmlns="" id="{EC5BA2D4-C3B8-CC45-72D7-6DC7DF463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3804" y="1078822"/>
              <a:ext cx="1219039" cy="1512070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3644218" y="1024038"/>
            <a:ext cx="1800000" cy="2267969"/>
            <a:chOff x="3644218" y="1024038"/>
            <a:chExt cx="1800000" cy="2267969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xmlns="" id="{5B433546-070A-0156-E6A6-547578359B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4218" y="1024038"/>
              <a:ext cx="1800000" cy="226796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3867298" y="1294686"/>
              <a:ext cx="1353840" cy="1942537"/>
              <a:chOff x="3867298" y="1294686"/>
              <a:chExt cx="1353840" cy="1942537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xmlns="" id="{609B4962-1B5D-37C4-C953-8D208EF250F8}"/>
                  </a:ext>
                </a:extLst>
              </p:cNvPr>
              <p:cNvSpPr txBox="1"/>
              <p:nvPr/>
            </p:nvSpPr>
            <p:spPr>
              <a:xfrm>
                <a:off x="3867298" y="2590892"/>
                <a:ext cx="13538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+mj-ea"/>
                    <a:ea typeface="+mj-ea"/>
                  </a:rPr>
                  <a:t>生产</a:t>
                </a:r>
                <a:r>
                  <a:rPr lang="zh-CN" altLang="en-US" dirty="0" smtClean="0">
                    <a:latin typeface="+mj-ea"/>
                    <a:ea typeface="+mj-ea"/>
                  </a:rPr>
                  <a:t>数据</a:t>
                </a:r>
                <a:endParaRPr lang="en-US" altLang="zh-CN" dirty="0">
                  <a:latin typeface="+mj-ea"/>
                  <a:ea typeface="+mj-ea"/>
                </a:endParaRPr>
              </a:p>
              <a:p>
                <a:pPr algn="ctr"/>
                <a:r>
                  <a:rPr lang="en-US" altLang="zh-CN" dirty="0" smtClean="0">
                    <a:latin typeface="+mj-ea"/>
                    <a:ea typeface="+mj-ea"/>
                  </a:rPr>
                  <a:t>Date</a:t>
                </a:r>
              </a:p>
            </p:txBody>
          </p:sp>
          <p:sp>
            <p:nvSpPr>
              <p:cNvPr id="2" name="矩形 1"/>
              <p:cNvSpPr/>
              <p:nvPr/>
            </p:nvSpPr>
            <p:spPr>
              <a:xfrm>
                <a:off x="3952828" y="1510710"/>
                <a:ext cx="258084" cy="1008112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4261060" y="1294686"/>
                <a:ext cx="258084" cy="1224136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4569292" y="1906754"/>
                <a:ext cx="258084" cy="61206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4877524" y="1510710"/>
                <a:ext cx="258084" cy="1008112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TextBox 4"/>
          <p:cNvSpPr txBox="1"/>
          <p:nvPr/>
        </p:nvSpPr>
        <p:spPr>
          <a:xfrm>
            <a:off x="3549055" y="3544317"/>
            <a:ext cx="1895163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485" indent="-171763">
              <a:spcBef>
                <a:spcPts val="190"/>
              </a:spcBef>
              <a:buFont typeface="Wingdings" panose="05000000000000000000" pitchFamily="2" charset="2"/>
              <a:buChar char="l"/>
            </a:pPr>
            <a:r>
              <a:rPr lang="zh-CN" altLang="en-US" sz="1000" b="1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料仓状态数据</a:t>
            </a:r>
            <a:r>
              <a:rPr lang="en-US" altLang="zh-CN" sz="1000" b="1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—</a:t>
            </a:r>
          </a:p>
          <a:p>
            <a:pPr marL="12722">
              <a:spcBef>
                <a:spcPts val="190"/>
              </a:spcBef>
            </a:pPr>
            <a:r>
              <a:rPr lang="zh-CN" altLang="en-US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                        ①料仓状态（离线、停机、加工）</a:t>
            </a:r>
            <a:endParaRPr lang="en-US" altLang="zh-CN" sz="1000" spc="-70" dirty="0">
              <a:solidFill>
                <a:srgbClr val="4C4D4F"/>
              </a:solidFill>
              <a:latin typeface="微软雅黑" pitchFamily="34" charset="-122"/>
              <a:ea typeface="微软雅黑" pitchFamily="34" charset="-122"/>
              <a:cs typeface="Calibri"/>
            </a:endParaRPr>
          </a:p>
          <a:p>
            <a:pPr marL="12722">
              <a:spcBef>
                <a:spcPts val="190"/>
              </a:spcBef>
            </a:pPr>
            <a:r>
              <a:rPr lang="en-US" altLang="zh-CN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                        </a:t>
            </a:r>
            <a:r>
              <a:rPr lang="zh-CN" altLang="en-US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②补料预警</a:t>
            </a:r>
            <a:endParaRPr lang="en-US" altLang="zh-CN" sz="1000" spc="-70" dirty="0">
              <a:solidFill>
                <a:srgbClr val="4C4D4F"/>
              </a:solidFill>
              <a:latin typeface="微软雅黑" pitchFamily="34" charset="-122"/>
              <a:ea typeface="微软雅黑" pitchFamily="34" charset="-122"/>
              <a:cs typeface="Calibri"/>
            </a:endParaRPr>
          </a:p>
          <a:p>
            <a:pPr marL="12722">
              <a:spcBef>
                <a:spcPts val="190"/>
              </a:spcBef>
            </a:pPr>
            <a:r>
              <a:rPr lang="en-US" altLang="zh-CN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                        </a:t>
            </a:r>
            <a:r>
              <a:rPr lang="zh-CN" altLang="en-US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③紧急补料</a:t>
            </a:r>
            <a:endParaRPr lang="en-US" altLang="zh-CN" sz="1000" spc="-70" dirty="0">
              <a:solidFill>
                <a:srgbClr val="4C4D4F"/>
              </a:solidFill>
              <a:latin typeface="微软雅黑" pitchFamily="34" charset="-122"/>
              <a:ea typeface="微软雅黑" pitchFamily="34" charset="-122"/>
              <a:cs typeface="Calibri"/>
            </a:endParaRPr>
          </a:p>
          <a:p>
            <a:pPr marL="298472" indent="-285750">
              <a:spcBef>
                <a:spcPts val="190"/>
              </a:spcBef>
              <a:buFont typeface="Wingdings" pitchFamily="2" charset="2"/>
              <a:buChar char="l"/>
            </a:pPr>
            <a:r>
              <a:rPr lang="zh-CN" altLang="en-US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 </a:t>
            </a:r>
            <a:r>
              <a:rPr lang="zh-CN" altLang="en-US" sz="1000" b="1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生产数据</a:t>
            </a:r>
            <a:r>
              <a:rPr lang="en-US" altLang="zh-CN" sz="1000" b="1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—</a:t>
            </a:r>
          </a:p>
          <a:p>
            <a:pPr marL="12722">
              <a:spcBef>
                <a:spcPts val="190"/>
              </a:spcBef>
            </a:pPr>
            <a:r>
              <a:rPr lang="en-US" altLang="zh-CN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                        </a:t>
            </a:r>
            <a:r>
              <a:rPr lang="zh-CN" altLang="en-US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①料仓毛坯余量</a:t>
            </a:r>
            <a:endParaRPr lang="en-US" altLang="zh-CN" sz="1000" spc="-70" dirty="0">
              <a:solidFill>
                <a:srgbClr val="4C4D4F"/>
              </a:solidFill>
              <a:latin typeface="微软雅黑" pitchFamily="34" charset="-122"/>
              <a:ea typeface="微软雅黑" pitchFamily="34" charset="-122"/>
              <a:cs typeface="Calibri"/>
            </a:endParaRPr>
          </a:p>
          <a:p>
            <a:pPr marL="12722">
              <a:spcBef>
                <a:spcPts val="190"/>
              </a:spcBef>
            </a:pPr>
            <a:r>
              <a:rPr lang="en-US" altLang="zh-CN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                        </a:t>
            </a:r>
            <a:r>
              <a:rPr lang="zh-CN" altLang="en-US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②料仓成品数量</a:t>
            </a:r>
            <a:endParaRPr lang="en-US" altLang="zh-CN" sz="1000" spc="-70" dirty="0">
              <a:solidFill>
                <a:srgbClr val="4C4D4F"/>
              </a:solidFill>
              <a:latin typeface="微软雅黑" pitchFamily="34" charset="-122"/>
              <a:ea typeface="微软雅黑" pitchFamily="34" charset="-122"/>
              <a:cs typeface="Calibri"/>
            </a:endParaRPr>
          </a:p>
          <a:p>
            <a:pPr marL="12722">
              <a:spcBef>
                <a:spcPts val="190"/>
              </a:spcBef>
            </a:pPr>
            <a:r>
              <a:rPr lang="en-US" altLang="zh-CN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                        </a:t>
            </a:r>
            <a:r>
              <a:rPr lang="zh-CN" altLang="en-US" sz="1000" spc="-70" dirty="0" smtClean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③</a:t>
            </a:r>
            <a:r>
              <a:rPr lang="zh-CN" altLang="en-US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单</a:t>
            </a:r>
            <a:r>
              <a:rPr lang="zh-CN" altLang="en-US" sz="1000" spc="-70" dirty="0" smtClean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件节拍</a:t>
            </a:r>
            <a:endParaRPr lang="en-US" altLang="zh-CN" sz="1000" spc="-70" dirty="0">
              <a:solidFill>
                <a:srgbClr val="4C4D4F"/>
              </a:solidFill>
              <a:latin typeface="微软雅黑" pitchFamily="34" charset="-122"/>
              <a:ea typeface="微软雅黑" pitchFamily="34" charset="-122"/>
              <a:cs typeface="Calibri"/>
            </a:endParaRPr>
          </a:p>
          <a:p>
            <a:pPr marL="12722">
              <a:spcBef>
                <a:spcPts val="190"/>
              </a:spcBef>
            </a:pPr>
            <a:r>
              <a:rPr lang="en-US" altLang="zh-CN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                        </a:t>
            </a:r>
            <a:r>
              <a:rPr lang="zh-CN" altLang="en-US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④产能堆积</a:t>
            </a:r>
            <a:r>
              <a:rPr lang="en-US" altLang="zh-CN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*</a:t>
            </a:r>
          </a:p>
          <a:p>
            <a:pPr marL="12722">
              <a:spcBef>
                <a:spcPts val="190"/>
              </a:spcBef>
            </a:pPr>
            <a:r>
              <a:rPr lang="en-US" altLang="zh-CN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                        </a:t>
            </a:r>
            <a:r>
              <a:rPr lang="zh-CN" altLang="en-US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⑤订单进度</a:t>
            </a:r>
            <a:r>
              <a:rPr lang="en-US" altLang="zh-CN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*</a:t>
            </a:r>
          </a:p>
          <a:p>
            <a:pPr marL="12722">
              <a:spcBef>
                <a:spcPts val="190"/>
              </a:spcBef>
            </a:pPr>
            <a:r>
              <a:rPr lang="en-US" altLang="zh-CN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                        </a:t>
            </a:r>
            <a:r>
              <a:rPr lang="zh-CN" altLang="en-US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⑥订单所需资源</a:t>
            </a:r>
            <a:r>
              <a:rPr lang="en-US" altLang="zh-CN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*</a:t>
            </a:r>
          </a:p>
          <a:p>
            <a:pPr marL="12722">
              <a:spcBef>
                <a:spcPts val="190"/>
              </a:spcBef>
            </a:pPr>
            <a:endParaRPr lang="en-US" altLang="zh-CN" sz="1000" spc="-70" dirty="0">
              <a:solidFill>
                <a:srgbClr val="4C4D4F"/>
              </a:solidFill>
              <a:latin typeface="微软雅黑" pitchFamily="34" charset="-122"/>
              <a:ea typeface="微软雅黑" pitchFamily="34" charset="-122"/>
              <a:cs typeface="Calibri"/>
            </a:endParaRPr>
          </a:p>
          <a:p>
            <a:pPr marL="12722">
              <a:spcBef>
                <a:spcPts val="190"/>
              </a:spcBef>
            </a:pPr>
            <a:r>
              <a:rPr lang="en-US" altLang="zh-CN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*</a:t>
            </a:r>
            <a:r>
              <a:rPr lang="zh-CN" altLang="en-US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号功能需配合</a:t>
            </a:r>
            <a:r>
              <a:rPr lang="en-US" altLang="zh-CN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MES</a:t>
            </a:r>
            <a:r>
              <a:rPr lang="zh-CN" altLang="en-US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使用</a:t>
            </a:r>
            <a:endParaRPr lang="en-US" altLang="zh-CN" sz="1000" spc="-70" dirty="0">
              <a:solidFill>
                <a:srgbClr val="4C4D4F"/>
              </a:solidFill>
              <a:latin typeface="微软雅黑" pitchFamily="34" charset="-122"/>
              <a:ea typeface="微软雅黑" pitchFamily="34" charset="-122"/>
              <a:cs typeface="Calibri"/>
            </a:endParaRPr>
          </a:p>
          <a:p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806750" y="3529737"/>
            <a:ext cx="18951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485" indent="-171763">
              <a:spcBef>
                <a:spcPts val="190"/>
              </a:spcBef>
              <a:buFont typeface="Wingdings" panose="05000000000000000000" pitchFamily="2" charset="2"/>
              <a:buChar char="l"/>
            </a:pPr>
            <a:r>
              <a:rPr lang="zh-CN" altLang="en-US" sz="1000" b="1" spc="-70" dirty="0" smtClean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设置内容</a:t>
            </a:r>
            <a:r>
              <a:rPr lang="en-US" altLang="zh-CN" sz="1000" b="1" spc="-70" dirty="0" smtClean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—</a:t>
            </a:r>
            <a:endParaRPr lang="en-US" altLang="zh-CN" sz="1000" b="1" spc="-70" dirty="0">
              <a:solidFill>
                <a:srgbClr val="4C4D4F"/>
              </a:solidFill>
              <a:latin typeface="微软雅黑" pitchFamily="34" charset="-122"/>
              <a:ea typeface="微软雅黑" pitchFamily="34" charset="-122"/>
              <a:cs typeface="Calibri"/>
            </a:endParaRPr>
          </a:p>
          <a:p>
            <a:pPr marL="12722">
              <a:spcBef>
                <a:spcPts val="190"/>
              </a:spcBef>
            </a:pPr>
            <a:r>
              <a:rPr lang="zh-CN" altLang="en-US" sz="1000" spc="-70" dirty="0" smtClean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                        ①单框件数</a:t>
            </a:r>
            <a:endParaRPr lang="en-US" altLang="zh-CN" sz="1000" spc="-70" dirty="0" smtClean="0">
              <a:solidFill>
                <a:srgbClr val="4C4D4F"/>
              </a:solidFill>
              <a:latin typeface="微软雅黑" pitchFamily="34" charset="-122"/>
              <a:ea typeface="微软雅黑" pitchFamily="34" charset="-122"/>
              <a:cs typeface="Calibri"/>
            </a:endParaRPr>
          </a:p>
          <a:p>
            <a:pPr marL="12722">
              <a:spcBef>
                <a:spcPts val="190"/>
              </a:spcBef>
            </a:pPr>
            <a:r>
              <a:rPr lang="en-US" altLang="zh-CN" sz="1000" spc="-70" dirty="0" smtClean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                        </a:t>
            </a:r>
            <a:r>
              <a:rPr lang="zh-CN" altLang="en-US" sz="1000" spc="-70" dirty="0" smtClean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②循环抽检件数</a:t>
            </a:r>
            <a:endParaRPr lang="en-US" altLang="zh-CN" sz="1000" spc="-70" dirty="0" smtClean="0">
              <a:solidFill>
                <a:srgbClr val="4C4D4F"/>
              </a:solidFill>
              <a:latin typeface="微软雅黑" pitchFamily="34" charset="-122"/>
              <a:ea typeface="微软雅黑" pitchFamily="34" charset="-122"/>
              <a:cs typeface="Calibri"/>
            </a:endParaRPr>
          </a:p>
          <a:p>
            <a:pPr marL="12722">
              <a:spcBef>
                <a:spcPts val="190"/>
              </a:spcBef>
            </a:pPr>
            <a:r>
              <a:rPr lang="en-US" altLang="zh-CN" sz="1000" spc="-70" dirty="0" smtClean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                        </a:t>
            </a:r>
            <a:r>
              <a:rPr lang="zh-CN" altLang="en-US" sz="1000" spc="-70" dirty="0" smtClean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③换刀次数</a:t>
            </a:r>
            <a:endParaRPr lang="en-US" altLang="zh-CN" sz="1000" spc="-70" dirty="0" smtClean="0">
              <a:solidFill>
                <a:srgbClr val="4C4D4F"/>
              </a:solidFill>
              <a:latin typeface="微软雅黑" pitchFamily="34" charset="-122"/>
              <a:ea typeface="微软雅黑" pitchFamily="34" charset="-122"/>
              <a:cs typeface="Calibri"/>
            </a:endParaRPr>
          </a:p>
          <a:p>
            <a:pPr marL="12722">
              <a:spcBef>
                <a:spcPts val="190"/>
              </a:spcBef>
            </a:pPr>
            <a:r>
              <a:rPr lang="zh-CN" altLang="en-US" sz="1000" spc="-70" dirty="0" smtClean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 </a:t>
            </a:r>
            <a:r>
              <a:rPr lang="zh-CN" altLang="en-US" sz="1000" b="1" spc="-70" dirty="0" smtClean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状态信息</a:t>
            </a:r>
            <a:r>
              <a:rPr lang="en-US" altLang="zh-CN" sz="1000" b="1" spc="-70" dirty="0" smtClean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—</a:t>
            </a:r>
          </a:p>
          <a:p>
            <a:pPr marL="12722">
              <a:spcBef>
                <a:spcPts val="190"/>
              </a:spcBef>
            </a:pPr>
            <a:r>
              <a:rPr lang="en-US" altLang="zh-CN" sz="1000" spc="-70" dirty="0" smtClean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                        </a:t>
            </a:r>
            <a:r>
              <a:rPr lang="zh-CN" altLang="en-US" sz="1000" spc="-70" smtClean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①</a:t>
            </a:r>
            <a:endParaRPr lang="en-US" altLang="zh-CN" sz="1000" spc="-70" dirty="0">
              <a:solidFill>
                <a:srgbClr val="4C4D4F"/>
              </a:solidFill>
              <a:latin typeface="微软雅黑" pitchFamily="34" charset="-122"/>
              <a:ea typeface="微软雅黑" pitchFamily="34" charset="-122"/>
              <a:cs typeface="Calibri"/>
            </a:endParaRPr>
          </a:p>
          <a:p>
            <a:pPr marL="12722">
              <a:spcBef>
                <a:spcPts val="190"/>
              </a:spcBef>
            </a:pPr>
            <a:r>
              <a:rPr lang="en-US" altLang="zh-CN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*</a:t>
            </a:r>
            <a:r>
              <a:rPr lang="zh-CN" altLang="en-US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号功能需配合</a:t>
            </a:r>
            <a:r>
              <a:rPr lang="en-US" altLang="zh-CN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MES</a:t>
            </a:r>
            <a:r>
              <a:rPr lang="zh-CN" altLang="en-US" sz="1000" spc="-70" dirty="0">
                <a:solidFill>
                  <a:srgbClr val="4C4D4F"/>
                </a:solidFill>
                <a:latin typeface="微软雅黑" pitchFamily="34" charset="-122"/>
                <a:ea typeface="微软雅黑" pitchFamily="34" charset="-122"/>
                <a:cs typeface="Calibri"/>
              </a:rPr>
              <a:t>使用</a:t>
            </a:r>
            <a:endParaRPr lang="en-US" altLang="zh-CN" sz="1000" spc="-70" dirty="0">
              <a:solidFill>
                <a:srgbClr val="4C4D4F"/>
              </a:solidFill>
              <a:latin typeface="微软雅黑" pitchFamily="34" charset="-122"/>
              <a:ea typeface="微软雅黑" pitchFamily="34" charset="-122"/>
              <a:cs typeface="Calibri"/>
            </a:endParaRPr>
          </a:p>
          <a:p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505617"/>
      </p:ext>
    </p:extLst>
  </p:cSld>
  <p:clrMapOvr>
    <a:masterClrMapping/>
  </p:clrMapOvr>
  <p:transition spd="slow" advTm="3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65"/>
          <p:cNvSpPr/>
          <p:nvPr/>
        </p:nvSpPr>
        <p:spPr>
          <a:xfrm>
            <a:off x="11396570" y="6946165"/>
            <a:ext cx="1459713" cy="143978"/>
          </a:xfrm>
          <a:prstGeom prst="rect">
            <a:avLst/>
          </a:prstGeom>
          <a:solidFill>
            <a:srgbClr val="01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5" tIns="45706" rIns="91415" bIns="457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/>
          </a:p>
        </p:txBody>
      </p:sp>
      <p:sp>
        <p:nvSpPr>
          <p:cNvPr id="126" name="任意多边形 125"/>
          <p:cNvSpPr/>
          <p:nvPr/>
        </p:nvSpPr>
        <p:spPr>
          <a:xfrm>
            <a:off x="-14688" y="211521"/>
            <a:ext cx="1090870" cy="708711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01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grpSp>
        <p:nvGrpSpPr>
          <p:cNvPr id="127" name="组合 126"/>
          <p:cNvGrpSpPr/>
          <p:nvPr/>
        </p:nvGrpSpPr>
        <p:grpSpPr>
          <a:xfrm>
            <a:off x="512986" y="352762"/>
            <a:ext cx="426236" cy="42623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8" name="同心圆 12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697">
                <a:defRPr/>
              </a:pPr>
              <a:endParaRPr lang="zh-CN" altLang="en-US" sz="2531" kern="0">
                <a:solidFill>
                  <a:sysClr val="windowText" lastClr="000000"/>
                </a:solidFill>
                <a:latin typeface="Calibri"/>
                <a:ea typeface="宋体"/>
              </a:endParaRPr>
            </a:p>
          </p:txBody>
        </p:sp>
        <p:sp>
          <p:nvSpPr>
            <p:cNvPr id="129" name="椭圆 128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697">
                <a:defRPr/>
              </a:pPr>
              <a:endParaRPr lang="zh-CN" altLang="en-US" sz="2531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939222" y="920232"/>
            <a:ext cx="11155212" cy="5832648"/>
          </a:xfrm>
          <a:prstGeom prst="rect">
            <a:avLst/>
          </a:prstGeom>
          <a:gradFill>
            <a:gsLst>
              <a:gs pos="53000">
                <a:srgbClr val="575D5E">
                  <a:lumMod val="60000"/>
                </a:srgbClr>
              </a:gs>
              <a:gs pos="10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32">
            <a:extLst>
              <a:ext uri="{FF2B5EF4-FFF2-40B4-BE49-F238E27FC236}">
                <a16:creationId xmlns:a16="http://schemas.microsoft.com/office/drawing/2014/main" xmlns="" id="{97A9D0A4-9B1E-5E05-68D8-A93F510309E6}"/>
              </a:ext>
            </a:extLst>
          </p:cNvPr>
          <p:cNvSpPr txBox="1"/>
          <p:nvPr/>
        </p:nvSpPr>
        <p:spPr>
          <a:xfrm>
            <a:off x="1126443" y="362064"/>
            <a:ext cx="3959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界面</a:t>
            </a:r>
            <a:r>
              <a:rPr lang="en-US" altLang="zh-CN" sz="2400" b="1" dirty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2400" b="1" dirty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主页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919" y="2603400"/>
            <a:ext cx="5052895" cy="225011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88730" y="1438767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系统状态</a:t>
            </a:r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 Light" pitchFamily="34" charset="-122"/>
                <a:ea typeface="微软雅黑 Light" pitchFamily="34" charset="-122"/>
              </a:rPr>
              <a:t>   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latin typeface="微软雅黑 Light" pitchFamily="34" charset="-122"/>
                <a:ea typeface="微软雅黑 Light" pitchFamily="34" charset="-122"/>
              </a:rPr>
              <a:t>: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微软雅黑 Light" pitchFamily="34" charset="-122"/>
              <a:ea typeface="微软雅黑 Light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857051" y="1423264"/>
            <a:ext cx="1672039" cy="400339"/>
            <a:chOff x="4037256" y="1728159"/>
            <a:chExt cx="1672039" cy="400339"/>
          </a:xfrm>
        </p:grpSpPr>
        <p:sp>
          <p:nvSpPr>
            <p:cNvPr id="29" name="椭圆 28"/>
            <p:cNvSpPr/>
            <p:nvPr/>
          </p:nvSpPr>
          <p:spPr>
            <a:xfrm>
              <a:off x="4037256" y="1728159"/>
              <a:ext cx="400339" cy="400339"/>
            </a:xfrm>
            <a:prstGeom prst="ellipse">
              <a:avLst/>
            </a:prstGeom>
            <a:solidFill>
              <a:srgbClr val="92D050"/>
            </a:solidFill>
            <a:effectLst>
              <a:glow rad="63500">
                <a:srgbClr val="92D05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701183" y="1774440"/>
              <a:ext cx="10081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 smtClean="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运行中</a:t>
              </a:r>
              <a:endParaRPr lang="zh-CN" altLang="en-US" sz="14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2857051" y="2048405"/>
            <a:ext cx="1672039" cy="400339"/>
            <a:chOff x="4037256" y="2284108"/>
            <a:chExt cx="1672039" cy="400339"/>
          </a:xfrm>
        </p:grpSpPr>
        <p:sp>
          <p:nvSpPr>
            <p:cNvPr id="32" name="椭圆 31"/>
            <p:cNvSpPr/>
            <p:nvPr/>
          </p:nvSpPr>
          <p:spPr>
            <a:xfrm>
              <a:off x="4037256" y="2284108"/>
              <a:ext cx="400339" cy="400339"/>
            </a:xfrm>
            <a:prstGeom prst="ellipse">
              <a:avLst/>
            </a:prstGeom>
            <a:solidFill>
              <a:srgbClr val="FFC000"/>
            </a:solidFill>
            <a:effectLst>
              <a:glow rad="63500">
                <a:srgbClr val="FFC0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701183" y="2330389"/>
              <a:ext cx="10081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 smtClean="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运行停止</a:t>
              </a:r>
              <a:endParaRPr lang="zh-CN" altLang="en-US" sz="14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857051" y="2604354"/>
            <a:ext cx="1672039" cy="400339"/>
            <a:chOff x="4037256" y="2840057"/>
            <a:chExt cx="1672039" cy="400339"/>
          </a:xfrm>
        </p:grpSpPr>
        <p:sp>
          <p:nvSpPr>
            <p:cNvPr id="35" name="椭圆 34"/>
            <p:cNvSpPr/>
            <p:nvPr/>
          </p:nvSpPr>
          <p:spPr>
            <a:xfrm>
              <a:off x="4037256" y="2840057"/>
              <a:ext cx="400339" cy="400339"/>
            </a:xfrm>
            <a:prstGeom prst="ellipse">
              <a:avLst/>
            </a:prstGeom>
            <a:solidFill>
              <a:srgbClr val="FF0000"/>
            </a:solidFill>
            <a:effectLst>
              <a:glow rad="63500">
                <a:srgbClr val="FF00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701183" y="2886338"/>
              <a:ext cx="10081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 smtClean="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故障报警</a:t>
              </a:r>
              <a:endParaRPr lang="zh-CN" altLang="en-US" sz="14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1820863" y="5272509"/>
            <a:ext cx="1440160" cy="564333"/>
            <a:chOff x="8769172" y="3139450"/>
            <a:chExt cx="1440160" cy="564333"/>
          </a:xfrm>
        </p:grpSpPr>
        <p:sp>
          <p:nvSpPr>
            <p:cNvPr id="65" name="矩形 64"/>
            <p:cNvSpPr/>
            <p:nvPr/>
          </p:nvSpPr>
          <p:spPr>
            <a:xfrm>
              <a:off x="8805176" y="3139450"/>
              <a:ext cx="1368152" cy="201891"/>
            </a:xfrm>
            <a:prstGeom prst="rect">
              <a:avLst/>
            </a:prstGeom>
            <a:solidFill>
              <a:srgbClr val="92D050"/>
            </a:solidFill>
            <a:effectLst>
              <a:glow rad="63500">
                <a:srgbClr val="92D05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769172" y="3396006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solidFill>
                    <a:schemeClr val="bg1">
                      <a:lumMod val="95000"/>
                    </a:schemeClr>
                  </a:solidFill>
                  <a:latin typeface="+mn-ea"/>
                  <a:ea typeface="+mn-ea"/>
                </a:rPr>
                <a:t>满料</a:t>
              </a:r>
              <a:endParaRPr lang="zh-CN" altLang="en-US" sz="1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441043" y="5272509"/>
            <a:ext cx="1656184" cy="564333"/>
            <a:chOff x="8673979" y="3139450"/>
            <a:chExt cx="1656184" cy="564333"/>
          </a:xfrm>
        </p:grpSpPr>
        <p:sp>
          <p:nvSpPr>
            <p:cNvPr id="69" name="矩形 68"/>
            <p:cNvSpPr/>
            <p:nvPr/>
          </p:nvSpPr>
          <p:spPr>
            <a:xfrm>
              <a:off x="8805176" y="3139450"/>
              <a:ext cx="1368152" cy="201891"/>
            </a:xfrm>
            <a:prstGeom prst="rect">
              <a:avLst/>
            </a:prstGeom>
            <a:solidFill>
              <a:srgbClr val="FFC000"/>
            </a:solidFill>
            <a:effectLst>
              <a:glow rad="63500">
                <a:srgbClr val="FFC0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8673979" y="3396006"/>
              <a:ext cx="16561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solidFill>
                    <a:schemeClr val="bg1">
                      <a:lumMod val="95000"/>
                    </a:schemeClr>
                  </a:solidFill>
                  <a:latin typeface="+mn-ea"/>
                  <a:ea typeface="+mn-ea"/>
                </a:rPr>
                <a:t>预备换料（库位</a:t>
              </a:r>
              <a:r>
                <a:rPr lang="zh-CN" altLang="en-US" sz="1400" dirty="0">
                  <a:solidFill>
                    <a:schemeClr val="bg1">
                      <a:lumMod val="95000"/>
                    </a:schemeClr>
                  </a:solidFill>
                  <a:latin typeface="+mn-ea"/>
                  <a:ea typeface="+mn-ea"/>
                </a:rPr>
                <a:t>号</a:t>
              </a:r>
              <a:r>
                <a:rPr lang="zh-CN" altLang="en-US" sz="1400" dirty="0" smtClean="0">
                  <a:solidFill>
                    <a:schemeClr val="bg1">
                      <a:lumMod val="95000"/>
                    </a:schemeClr>
                  </a:solidFill>
                  <a:latin typeface="+mn-ea"/>
                  <a:ea typeface="+mn-ea"/>
                </a:rPr>
                <a:t>）</a:t>
              </a:r>
              <a:endParaRPr lang="zh-CN" altLang="en-US" sz="1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038971"/>
      </p:ext>
    </p:extLst>
  </p:cSld>
  <p:clrMapOvr>
    <a:masterClrMapping/>
  </p:clrMapOvr>
  <p:transition spd="slow" advTm="3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任意多边形 125"/>
          <p:cNvSpPr/>
          <p:nvPr/>
        </p:nvSpPr>
        <p:spPr>
          <a:xfrm>
            <a:off x="-14688" y="211521"/>
            <a:ext cx="1090870" cy="708711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01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grpSp>
        <p:nvGrpSpPr>
          <p:cNvPr id="127" name="组合 126"/>
          <p:cNvGrpSpPr/>
          <p:nvPr/>
        </p:nvGrpSpPr>
        <p:grpSpPr>
          <a:xfrm>
            <a:off x="512986" y="352762"/>
            <a:ext cx="426236" cy="42623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8" name="同心圆 12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697">
                <a:defRPr/>
              </a:pPr>
              <a:endParaRPr lang="zh-CN" altLang="en-US" sz="2531" kern="0">
                <a:solidFill>
                  <a:sysClr val="windowText" lastClr="000000"/>
                </a:solidFill>
                <a:latin typeface="Calibri"/>
                <a:ea typeface="宋体"/>
              </a:endParaRPr>
            </a:p>
          </p:txBody>
        </p:sp>
        <p:sp>
          <p:nvSpPr>
            <p:cNvPr id="129" name="椭圆 128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697">
                <a:defRPr/>
              </a:pPr>
              <a:endParaRPr lang="zh-CN" altLang="en-US" sz="2531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sp>
        <p:nvSpPr>
          <p:cNvPr id="48" name="文本框 32">
            <a:extLst>
              <a:ext uri="{FF2B5EF4-FFF2-40B4-BE49-F238E27FC236}">
                <a16:creationId xmlns:a16="http://schemas.microsoft.com/office/drawing/2014/main" xmlns="" id="{97A9D0A4-9B1E-5E05-68D8-A93F510309E6}"/>
              </a:ext>
            </a:extLst>
          </p:cNvPr>
          <p:cNvSpPr txBox="1"/>
          <p:nvPr/>
        </p:nvSpPr>
        <p:spPr>
          <a:xfrm>
            <a:off x="1126443" y="362064"/>
            <a:ext cx="3959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界面</a:t>
            </a:r>
            <a:r>
              <a:rPr lang="en-US" altLang="zh-CN" sz="2400" b="1" dirty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2400" b="1" dirty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主页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939222" y="920232"/>
            <a:ext cx="11917061" cy="6169911"/>
            <a:chOff x="939222" y="920232"/>
            <a:chExt cx="11917061" cy="6169911"/>
          </a:xfrm>
        </p:grpSpPr>
        <p:sp>
          <p:nvSpPr>
            <p:cNvPr id="66" name="矩形 65"/>
            <p:cNvSpPr/>
            <p:nvPr/>
          </p:nvSpPr>
          <p:spPr>
            <a:xfrm>
              <a:off x="11396570" y="6946165"/>
              <a:ext cx="1459713" cy="143978"/>
            </a:xfrm>
            <a:prstGeom prst="rect">
              <a:avLst/>
            </a:prstGeom>
            <a:solidFill>
              <a:srgbClr val="0138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5" tIns="45706" rIns="91415" bIns="4570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0"/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939222" y="920232"/>
              <a:ext cx="11155212" cy="5832648"/>
              <a:chOff x="939222" y="920232"/>
              <a:chExt cx="11155212" cy="5832648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939222" y="920232"/>
                <a:ext cx="11155212" cy="5832648"/>
              </a:xfrm>
              <a:prstGeom prst="rect">
                <a:avLst/>
              </a:prstGeom>
              <a:gradFill>
                <a:gsLst>
                  <a:gs pos="53000">
                    <a:srgbClr val="575D5E">
                      <a:lumMod val="60000"/>
                    </a:srgbClr>
                  </a:gs>
                  <a:gs pos="10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8" name="组合 77"/>
              <p:cNvGrpSpPr/>
              <p:nvPr/>
            </p:nvGrpSpPr>
            <p:grpSpPr>
              <a:xfrm>
                <a:off x="1288730" y="1517724"/>
                <a:ext cx="3240360" cy="400339"/>
                <a:chOff x="1288730" y="1423264"/>
                <a:chExt cx="3240360" cy="400339"/>
              </a:xfrm>
            </p:grpSpPr>
            <p:sp>
              <p:nvSpPr>
                <p:cNvPr id="27" name="TextBox 26"/>
                <p:cNvSpPr txBox="1"/>
                <p:nvPr/>
              </p:nvSpPr>
              <p:spPr>
                <a:xfrm>
                  <a:off x="1288730" y="1438767"/>
                  <a:ext cx="14401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 dirty="0" smtClean="0">
                      <a:solidFill>
                        <a:schemeClr val="bg1">
                          <a:lumMod val="95000"/>
                        </a:schemeClr>
                      </a:solidFill>
                      <a:latin typeface="+mj-ea"/>
                      <a:ea typeface="+mj-ea"/>
                    </a:rPr>
                    <a:t>系统状态</a:t>
                  </a:r>
                  <a:r>
                    <a:rPr lang="zh-CN" altLang="en-US" b="1" dirty="0" smtClean="0">
                      <a:solidFill>
                        <a:schemeClr val="bg1">
                          <a:lumMod val="95000"/>
                        </a:schemeClr>
                      </a:solidFill>
                      <a:latin typeface="微软雅黑 Light" pitchFamily="34" charset="-122"/>
                      <a:ea typeface="微软雅黑 Light" pitchFamily="34" charset="-122"/>
                    </a:rPr>
                    <a:t>   </a:t>
                  </a:r>
                  <a:r>
                    <a:rPr lang="en-US" altLang="zh-CN" b="1" dirty="0" smtClean="0">
                      <a:solidFill>
                        <a:schemeClr val="bg1">
                          <a:lumMod val="95000"/>
                        </a:schemeClr>
                      </a:solidFill>
                      <a:latin typeface="微软雅黑 Light" pitchFamily="34" charset="-122"/>
                      <a:ea typeface="微软雅黑 Light" pitchFamily="34" charset="-122"/>
                    </a:rPr>
                    <a:t>:</a:t>
                  </a:r>
                  <a:endParaRPr lang="zh-CN" altLang="en-US" b="1" dirty="0">
                    <a:solidFill>
                      <a:schemeClr val="bg1">
                        <a:lumMod val="95000"/>
                      </a:schemeClr>
                    </a:solidFill>
                    <a:latin typeface="微软雅黑 Light" pitchFamily="34" charset="-122"/>
                    <a:ea typeface="微软雅黑 Light" pitchFamily="34" charset="-122"/>
                  </a:endParaRPr>
                </a:p>
              </p:txBody>
            </p:sp>
            <p:sp>
              <p:nvSpPr>
                <p:cNvPr id="29" name="椭圆 28"/>
                <p:cNvSpPr/>
                <p:nvPr/>
              </p:nvSpPr>
              <p:spPr>
                <a:xfrm>
                  <a:off x="2857051" y="1423264"/>
                  <a:ext cx="400339" cy="400339"/>
                </a:xfrm>
                <a:prstGeom prst="ellipse">
                  <a:avLst/>
                </a:prstGeom>
                <a:solidFill>
                  <a:srgbClr val="92D050"/>
                </a:solidFill>
                <a:effectLst>
                  <a:glow rad="63500">
                    <a:srgbClr val="92D050">
                      <a:alpha val="40000"/>
                    </a:srgbClr>
                  </a:glo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3520978" y="1469545"/>
                  <a:ext cx="100811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 dirty="0" smtClean="0">
                      <a:solidFill>
                        <a:schemeClr val="bg1">
                          <a:lumMod val="95000"/>
                        </a:schemeClr>
                      </a:solidFill>
                      <a:latin typeface="+mj-ea"/>
                      <a:ea typeface="+mj-ea"/>
                    </a:rPr>
                    <a:t>运行中</a:t>
                  </a:r>
                  <a:endParaRPr lang="zh-CN" altLang="en-US" sz="1400" dirty="0">
                    <a:solidFill>
                      <a:schemeClr val="bg1">
                        <a:lumMod val="95000"/>
                      </a:schemeClr>
                    </a:solidFill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86" name="组合 85"/>
              <p:cNvGrpSpPr/>
              <p:nvPr/>
            </p:nvGrpSpPr>
            <p:grpSpPr>
              <a:xfrm>
                <a:off x="6768781" y="4301929"/>
                <a:ext cx="5133202" cy="2160240"/>
                <a:chOff x="6768781" y="3639070"/>
                <a:chExt cx="5133202" cy="2160240"/>
              </a:xfrm>
            </p:grpSpPr>
            <p:sp>
              <p:nvSpPr>
                <p:cNvPr id="2" name="矩形 1"/>
                <p:cNvSpPr/>
                <p:nvPr/>
              </p:nvSpPr>
              <p:spPr>
                <a:xfrm>
                  <a:off x="6768781" y="3639070"/>
                  <a:ext cx="5133202" cy="2160240"/>
                </a:xfrm>
                <a:prstGeom prst="rect">
                  <a:avLst/>
                </a:prstGeom>
                <a:noFill/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8" name="组合 7"/>
                <p:cNvGrpSpPr/>
                <p:nvPr/>
              </p:nvGrpSpPr>
              <p:grpSpPr>
                <a:xfrm>
                  <a:off x="6879425" y="4782097"/>
                  <a:ext cx="4302478" cy="307777"/>
                  <a:chOff x="7527497" y="4264397"/>
                  <a:chExt cx="4302478" cy="307777"/>
                </a:xfrm>
              </p:grpSpPr>
              <p:sp>
                <p:nvSpPr>
                  <p:cNvPr id="4" name="TextBox 3"/>
                  <p:cNvSpPr txBox="1"/>
                  <p:nvPr/>
                </p:nvSpPr>
                <p:spPr>
                  <a:xfrm>
                    <a:off x="7581503" y="4264397"/>
                    <a:ext cx="4248472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400" dirty="0" smtClean="0">
                        <a:solidFill>
                          <a:schemeClr val="bg1"/>
                        </a:solidFill>
                        <a:latin typeface="+mn-ea"/>
                        <a:ea typeface="+mn-ea"/>
                      </a:rPr>
                      <a:t>0001-</a:t>
                    </a:r>
                    <a:r>
                      <a:rPr lang="zh-CN" altLang="en-US" sz="1400" dirty="0" smtClean="0">
                        <a:solidFill>
                          <a:schemeClr val="bg1"/>
                        </a:solidFill>
                        <a:latin typeface="+mn-ea"/>
                        <a:ea typeface="+mn-ea"/>
                      </a:rPr>
                      <a:t>提示</a:t>
                    </a:r>
                    <a:r>
                      <a:rPr lang="en-US" altLang="zh-CN" sz="1400" dirty="0" smtClean="0">
                        <a:solidFill>
                          <a:schemeClr val="bg1"/>
                        </a:solidFill>
                        <a:latin typeface="+mn-ea"/>
                        <a:ea typeface="+mn-ea"/>
                      </a:rPr>
                      <a:t>—</a:t>
                    </a:r>
                    <a:r>
                      <a:rPr lang="zh-CN" altLang="en-US" sz="1400" dirty="0" smtClean="0">
                        <a:solidFill>
                          <a:schemeClr val="bg1"/>
                        </a:solidFill>
                        <a:latin typeface="+mn-ea"/>
                        <a:ea typeface="+mn-ea"/>
                      </a:rPr>
                      <a:t>代码</a:t>
                    </a:r>
                    <a:r>
                      <a:rPr lang="en-US" altLang="zh-CN" sz="1400" dirty="0" smtClean="0">
                        <a:solidFill>
                          <a:schemeClr val="bg1"/>
                        </a:solidFill>
                        <a:latin typeface="+mn-ea"/>
                        <a:ea typeface="+mn-ea"/>
                      </a:rPr>
                      <a:t>—</a:t>
                    </a:r>
                    <a:r>
                      <a:rPr lang="zh-CN" altLang="en-US" sz="1400" dirty="0" smtClean="0">
                        <a:solidFill>
                          <a:schemeClr val="bg1"/>
                        </a:solidFill>
                        <a:latin typeface="+mn-ea"/>
                        <a:ea typeface="+mn-ea"/>
                      </a:rPr>
                      <a:t>内容</a:t>
                    </a:r>
                    <a:endParaRPr lang="zh-CN" altLang="en-US" sz="1400" dirty="0">
                      <a:solidFill>
                        <a:schemeClr val="bg1"/>
                      </a:solidFill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5" name="椭圆 4"/>
                  <p:cNvSpPr/>
                  <p:nvPr/>
                </p:nvSpPr>
                <p:spPr>
                  <a:xfrm>
                    <a:off x="7527497" y="4364279"/>
                    <a:ext cx="108012" cy="108012"/>
                  </a:xfrm>
                  <a:prstGeom prst="ellipse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" name="组合 6"/>
                <p:cNvGrpSpPr/>
                <p:nvPr/>
              </p:nvGrpSpPr>
              <p:grpSpPr>
                <a:xfrm>
                  <a:off x="6879425" y="4271219"/>
                  <a:ext cx="4302478" cy="307777"/>
                  <a:chOff x="7527497" y="4560125"/>
                  <a:chExt cx="4302478" cy="307777"/>
                </a:xfrm>
              </p:grpSpPr>
              <p:sp>
                <p:nvSpPr>
                  <p:cNvPr id="52" name="TextBox 51"/>
                  <p:cNvSpPr txBox="1"/>
                  <p:nvPr/>
                </p:nvSpPr>
                <p:spPr>
                  <a:xfrm>
                    <a:off x="7581503" y="4560125"/>
                    <a:ext cx="4248472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400" dirty="0" smtClean="0">
                        <a:solidFill>
                          <a:srgbClr val="FFC000"/>
                        </a:solidFill>
                        <a:latin typeface="+mn-ea"/>
                        <a:ea typeface="+mn-ea"/>
                      </a:rPr>
                      <a:t>0002-</a:t>
                    </a:r>
                    <a:r>
                      <a:rPr lang="zh-CN" altLang="en-US" sz="1400" dirty="0" smtClean="0">
                        <a:solidFill>
                          <a:srgbClr val="FFC000"/>
                        </a:solidFill>
                        <a:latin typeface="+mn-ea"/>
                        <a:ea typeface="+mn-ea"/>
                      </a:rPr>
                      <a:t>警示</a:t>
                    </a:r>
                    <a:r>
                      <a:rPr lang="en-US" altLang="zh-CN" sz="1400" dirty="0" smtClean="0">
                        <a:solidFill>
                          <a:srgbClr val="FFC000"/>
                        </a:solidFill>
                        <a:latin typeface="+mn-ea"/>
                        <a:ea typeface="+mn-ea"/>
                      </a:rPr>
                      <a:t>—</a:t>
                    </a:r>
                    <a:r>
                      <a:rPr lang="zh-CN" altLang="en-US" sz="1400" dirty="0" smtClean="0">
                        <a:solidFill>
                          <a:srgbClr val="FFC000"/>
                        </a:solidFill>
                        <a:latin typeface="+mn-ea"/>
                        <a:ea typeface="+mn-ea"/>
                      </a:rPr>
                      <a:t>代码</a:t>
                    </a:r>
                    <a:r>
                      <a:rPr lang="en-US" altLang="zh-CN" sz="1400" dirty="0" smtClean="0">
                        <a:solidFill>
                          <a:srgbClr val="FFC000"/>
                        </a:solidFill>
                        <a:latin typeface="+mn-ea"/>
                        <a:ea typeface="+mn-ea"/>
                      </a:rPr>
                      <a:t>—</a:t>
                    </a:r>
                    <a:r>
                      <a:rPr lang="zh-CN" altLang="en-US" sz="1400" dirty="0" smtClean="0">
                        <a:solidFill>
                          <a:srgbClr val="FFC000"/>
                        </a:solidFill>
                        <a:latin typeface="+mn-ea"/>
                        <a:ea typeface="+mn-ea"/>
                      </a:rPr>
                      <a:t>内容</a:t>
                    </a:r>
                    <a:endParaRPr lang="zh-CN" altLang="en-US" sz="1400" dirty="0">
                      <a:solidFill>
                        <a:srgbClr val="FFC000"/>
                      </a:solidFill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53" name="椭圆 52"/>
                  <p:cNvSpPr/>
                  <p:nvPr/>
                </p:nvSpPr>
                <p:spPr>
                  <a:xfrm>
                    <a:off x="7527497" y="4660007"/>
                    <a:ext cx="108012" cy="108012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6" name="组合 5"/>
                <p:cNvGrpSpPr/>
                <p:nvPr/>
              </p:nvGrpSpPr>
              <p:grpSpPr>
                <a:xfrm>
                  <a:off x="6879425" y="3760341"/>
                  <a:ext cx="4302478" cy="307777"/>
                  <a:chOff x="7527497" y="4912469"/>
                  <a:chExt cx="4302478" cy="307777"/>
                </a:xfrm>
              </p:grpSpPr>
              <p:sp>
                <p:nvSpPr>
                  <p:cNvPr id="54" name="TextBox 53"/>
                  <p:cNvSpPr txBox="1"/>
                  <p:nvPr/>
                </p:nvSpPr>
                <p:spPr>
                  <a:xfrm>
                    <a:off x="7581503" y="4912469"/>
                    <a:ext cx="4248472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4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rPr>
                      <a:t>0003-</a:t>
                    </a:r>
                    <a:r>
                      <a:rPr lang="zh-CN" altLang="en-US" sz="14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rPr>
                      <a:t>报警</a:t>
                    </a:r>
                    <a:r>
                      <a:rPr lang="en-US" altLang="zh-CN" sz="14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rPr>
                      <a:t>—</a:t>
                    </a:r>
                    <a:r>
                      <a:rPr lang="zh-CN" altLang="en-US" sz="14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rPr>
                      <a:t>代码</a:t>
                    </a:r>
                    <a:r>
                      <a:rPr lang="en-US" altLang="zh-CN" sz="14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rPr>
                      <a:t>—</a:t>
                    </a:r>
                    <a:r>
                      <a:rPr lang="zh-CN" altLang="en-US" sz="14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rPr>
                      <a:t>内容</a:t>
                    </a:r>
                    <a:endParaRPr lang="zh-CN" altLang="en-US" sz="1400" dirty="0">
                      <a:solidFill>
                        <a:srgbClr val="FF0000"/>
                      </a:solidFill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55" name="椭圆 54"/>
                  <p:cNvSpPr/>
                  <p:nvPr/>
                </p:nvSpPr>
                <p:spPr>
                  <a:xfrm>
                    <a:off x="7527497" y="5012351"/>
                    <a:ext cx="108012" cy="108012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rgbClr val="FF0000"/>
                      </a:solidFill>
                    </a:endParaRPr>
                  </a:p>
                </p:txBody>
              </p:sp>
            </p:grpSp>
          </p:grpSp>
          <p:grpSp>
            <p:nvGrpSpPr>
              <p:cNvPr id="100" name="组合 99"/>
              <p:cNvGrpSpPr/>
              <p:nvPr/>
            </p:nvGrpSpPr>
            <p:grpSpPr>
              <a:xfrm>
                <a:off x="6768781" y="1331629"/>
                <a:ext cx="5133202" cy="772528"/>
                <a:chOff x="6768781" y="1331629"/>
                <a:chExt cx="5133202" cy="772528"/>
              </a:xfrm>
            </p:grpSpPr>
            <p:grpSp>
              <p:nvGrpSpPr>
                <p:cNvPr id="96" name="组合 95"/>
                <p:cNvGrpSpPr/>
                <p:nvPr/>
              </p:nvGrpSpPr>
              <p:grpSpPr>
                <a:xfrm>
                  <a:off x="6768781" y="1331629"/>
                  <a:ext cx="905364" cy="772528"/>
                  <a:chOff x="6861423" y="1331629"/>
                  <a:chExt cx="905364" cy="772528"/>
                </a:xfrm>
              </p:grpSpPr>
              <p:sp>
                <p:nvSpPr>
                  <p:cNvPr id="58" name="椭圆 57">
                    <a:extLst>
                      <a:ext uri="{FF2B5EF4-FFF2-40B4-BE49-F238E27FC236}">
                        <a16:creationId xmlns:a16="http://schemas.microsoft.com/office/drawing/2014/main" xmlns="" id="{5E748A04-358F-24D2-1205-1D6036475A4A}"/>
                      </a:ext>
                    </a:extLst>
                  </p:cNvPr>
                  <p:cNvSpPr/>
                  <p:nvPr/>
                </p:nvSpPr>
                <p:spPr>
                  <a:xfrm>
                    <a:off x="6927841" y="1331629"/>
                    <a:ext cx="772528" cy="77252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effectLst>
                    <a:glow rad="63500">
                      <a:srgbClr val="FFFFFF">
                        <a:alpha val="40000"/>
                      </a:srgb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cene3d>
                    <a:camera prst="orthographicFront"/>
                    <a:lightRig rig="flat" dir="t"/>
                  </a:scene3d>
                  <a:sp3d extrusionH="76200">
                    <a:extrusionClr>
                      <a:schemeClr val="tx1">
                        <a:lumMod val="65000"/>
                        <a:lumOff val="35000"/>
                      </a:schemeClr>
                    </a:extrusion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" name="文本框 76">
                    <a:extLst>
                      <a:ext uri="{FF2B5EF4-FFF2-40B4-BE49-F238E27FC236}">
                        <a16:creationId xmlns:a16="http://schemas.microsoft.com/office/drawing/2014/main" xmlns="" id="{8F7F759E-310B-F07D-2E50-821D6F008344}"/>
                      </a:ext>
                    </a:extLst>
                  </p:cNvPr>
                  <p:cNvSpPr txBox="1"/>
                  <p:nvPr/>
                </p:nvSpPr>
                <p:spPr>
                  <a:xfrm>
                    <a:off x="6861423" y="1579431"/>
                    <a:ext cx="905364" cy="2769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200" b="1" dirty="0">
                        <a:latin typeface="+mn-ea"/>
                        <a:ea typeface="+mn-ea"/>
                      </a:rPr>
                      <a:t>清</a:t>
                    </a:r>
                    <a:r>
                      <a:rPr lang="zh-CN" altLang="en-US" sz="1200" b="1" dirty="0" smtClean="0">
                        <a:latin typeface="+mn-ea"/>
                        <a:ea typeface="+mn-ea"/>
                      </a:rPr>
                      <a:t>空料仓</a:t>
                    </a:r>
                    <a:endParaRPr lang="zh-CN" altLang="en-US" sz="1200" b="1" dirty="0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97" name="组合 96"/>
                <p:cNvGrpSpPr/>
                <p:nvPr/>
              </p:nvGrpSpPr>
              <p:grpSpPr>
                <a:xfrm>
                  <a:off x="8178060" y="1331629"/>
                  <a:ext cx="905364" cy="772528"/>
                  <a:chOff x="8181570" y="1331629"/>
                  <a:chExt cx="905364" cy="772528"/>
                </a:xfrm>
              </p:grpSpPr>
              <p:sp>
                <p:nvSpPr>
                  <p:cNvPr id="60" name="椭圆 59">
                    <a:extLst>
                      <a:ext uri="{FF2B5EF4-FFF2-40B4-BE49-F238E27FC236}">
                        <a16:creationId xmlns:a16="http://schemas.microsoft.com/office/drawing/2014/main" xmlns="" id="{5E748A04-358F-24D2-1205-1D6036475A4A}"/>
                      </a:ext>
                    </a:extLst>
                  </p:cNvPr>
                  <p:cNvSpPr/>
                  <p:nvPr/>
                </p:nvSpPr>
                <p:spPr>
                  <a:xfrm>
                    <a:off x="8247988" y="1331629"/>
                    <a:ext cx="772528" cy="77252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effectLst>
                    <a:glow rad="63500">
                      <a:srgbClr val="FFFFFF">
                        <a:alpha val="40000"/>
                      </a:srgb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cene3d>
                    <a:camera prst="orthographicFront"/>
                    <a:lightRig rig="flat" dir="t"/>
                  </a:scene3d>
                  <a:sp3d extrusionH="76200">
                    <a:extrusionClr>
                      <a:schemeClr val="tx1">
                        <a:lumMod val="65000"/>
                        <a:lumOff val="35000"/>
                      </a:schemeClr>
                    </a:extrusion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" name="文本框 76">
                    <a:extLst>
                      <a:ext uri="{FF2B5EF4-FFF2-40B4-BE49-F238E27FC236}">
                        <a16:creationId xmlns:a16="http://schemas.microsoft.com/office/drawing/2014/main" xmlns="" id="{8F7F759E-310B-F07D-2E50-821D6F008344}"/>
                      </a:ext>
                    </a:extLst>
                  </p:cNvPr>
                  <p:cNvSpPr txBox="1"/>
                  <p:nvPr/>
                </p:nvSpPr>
                <p:spPr>
                  <a:xfrm>
                    <a:off x="8181570" y="1579431"/>
                    <a:ext cx="905364" cy="2769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200" b="1" dirty="0" smtClean="0">
                        <a:latin typeface="+mn-ea"/>
                        <a:ea typeface="+mn-ea"/>
                      </a:rPr>
                      <a:t>启动</a:t>
                    </a:r>
                    <a:endParaRPr lang="zh-CN" altLang="en-US" sz="1200" b="1" dirty="0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98" name="组合 97"/>
                <p:cNvGrpSpPr/>
                <p:nvPr/>
              </p:nvGrpSpPr>
              <p:grpSpPr>
                <a:xfrm>
                  <a:off x="9587339" y="1331629"/>
                  <a:ext cx="905364" cy="772528"/>
                  <a:chOff x="9501717" y="1331629"/>
                  <a:chExt cx="905364" cy="772528"/>
                </a:xfrm>
              </p:grpSpPr>
              <p:sp>
                <p:nvSpPr>
                  <p:cNvPr id="62" name="椭圆 61">
                    <a:extLst>
                      <a:ext uri="{FF2B5EF4-FFF2-40B4-BE49-F238E27FC236}">
                        <a16:creationId xmlns:a16="http://schemas.microsoft.com/office/drawing/2014/main" xmlns="" id="{5E748A04-358F-24D2-1205-1D6036475A4A}"/>
                      </a:ext>
                    </a:extLst>
                  </p:cNvPr>
                  <p:cNvSpPr/>
                  <p:nvPr/>
                </p:nvSpPr>
                <p:spPr>
                  <a:xfrm>
                    <a:off x="9568135" y="1331629"/>
                    <a:ext cx="772528" cy="77252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effectLst>
                    <a:glow rad="63500">
                      <a:srgbClr val="FFFFFF">
                        <a:alpha val="40000"/>
                      </a:srgb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cene3d>
                    <a:camera prst="orthographicFront"/>
                    <a:lightRig rig="flat" dir="t"/>
                  </a:scene3d>
                  <a:sp3d extrusionH="76200">
                    <a:extrusionClr>
                      <a:schemeClr val="tx1">
                        <a:lumMod val="65000"/>
                        <a:lumOff val="35000"/>
                      </a:schemeClr>
                    </a:extrusion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" name="文本框 76">
                    <a:extLst>
                      <a:ext uri="{FF2B5EF4-FFF2-40B4-BE49-F238E27FC236}">
                        <a16:creationId xmlns:a16="http://schemas.microsoft.com/office/drawing/2014/main" xmlns="" id="{8F7F759E-310B-F07D-2E50-821D6F008344}"/>
                      </a:ext>
                    </a:extLst>
                  </p:cNvPr>
                  <p:cNvSpPr txBox="1"/>
                  <p:nvPr/>
                </p:nvSpPr>
                <p:spPr>
                  <a:xfrm>
                    <a:off x="9501717" y="1579431"/>
                    <a:ext cx="905364" cy="2769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200" b="1" dirty="0" smtClean="0">
                        <a:latin typeface="+mn-ea"/>
                        <a:ea typeface="+mn-ea"/>
                      </a:rPr>
                      <a:t>暂停</a:t>
                    </a:r>
                    <a:endParaRPr lang="zh-CN" altLang="en-US" sz="1200" b="1" dirty="0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99" name="组合 98"/>
                <p:cNvGrpSpPr/>
                <p:nvPr/>
              </p:nvGrpSpPr>
              <p:grpSpPr>
                <a:xfrm>
                  <a:off x="10996619" y="1331629"/>
                  <a:ext cx="905364" cy="772528"/>
                  <a:chOff x="10821863" y="1331629"/>
                  <a:chExt cx="905364" cy="772528"/>
                </a:xfrm>
              </p:grpSpPr>
              <p:sp>
                <p:nvSpPr>
                  <p:cNvPr id="64" name="椭圆 63">
                    <a:extLst>
                      <a:ext uri="{FF2B5EF4-FFF2-40B4-BE49-F238E27FC236}">
                        <a16:creationId xmlns:a16="http://schemas.microsoft.com/office/drawing/2014/main" xmlns="" id="{5E748A04-358F-24D2-1205-1D6036475A4A}"/>
                      </a:ext>
                    </a:extLst>
                  </p:cNvPr>
                  <p:cNvSpPr/>
                  <p:nvPr/>
                </p:nvSpPr>
                <p:spPr>
                  <a:xfrm>
                    <a:off x="10888281" y="1331629"/>
                    <a:ext cx="772528" cy="77252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effectLst>
                    <a:glow rad="63500">
                      <a:srgbClr val="FFFFFF">
                        <a:alpha val="40000"/>
                      </a:srgb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cene3d>
                    <a:camera prst="orthographicFront"/>
                    <a:lightRig rig="flat" dir="t"/>
                  </a:scene3d>
                  <a:sp3d extrusionH="76200">
                    <a:extrusionClr>
                      <a:schemeClr val="tx1">
                        <a:lumMod val="65000"/>
                        <a:lumOff val="35000"/>
                      </a:schemeClr>
                    </a:extrusion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" name="文本框 76">
                    <a:extLst>
                      <a:ext uri="{FF2B5EF4-FFF2-40B4-BE49-F238E27FC236}">
                        <a16:creationId xmlns:a16="http://schemas.microsoft.com/office/drawing/2014/main" xmlns="" id="{8F7F759E-310B-F07D-2E50-821D6F008344}"/>
                      </a:ext>
                    </a:extLst>
                  </p:cNvPr>
                  <p:cNvSpPr txBox="1"/>
                  <p:nvPr/>
                </p:nvSpPr>
                <p:spPr>
                  <a:xfrm>
                    <a:off x="10821863" y="1579431"/>
                    <a:ext cx="905364" cy="2769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200" b="1" dirty="0" smtClean="0">
                        <a:latin typeface="+mn-ea"/>
                        <a:ea typeface="+mn-ea"/>
                      </a:rPr>
                      <a:t>复位</a:t>
                    </a:r>
                    <a:endParaRPr lang="zh-CN" altLang="en-US" sz="1200" b="1" dirty="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10" name="组合 9"/>
              <p:cNvGrpSpPr/>
              <p:nvPr/>
            </p:nvGrpSpPr>
            <p:grpSpPr>
              <a:xfrm>
                <a:off x="1884834" y="5575212"/>
                <a:ext cx="3276364" cy="886957"/>
                <a:chOff x="1712851" y="5575212"/>
                <a:chExt cx="3276364" cy="886957"/>
              </a:xfrm>
            </p:grpSpPr>
            <p:sp>
              <p:nvSpPr>
                <p:cNvPr id="41" name="矩形 40"/>
                <p:cNvSpPr/>
                <p:nvPr/>
              </p:nvSpPr>
              <p:spPr>
                <a:xfrm>
                  <a:off x="1748855" y="5897836"/>
                  <a:ext cx="1368152" cy="201891"/>
                </a:xfrm>
                <a:prstGeom prst="rect">
                  <a:avLst/>
                </a:prstGeom>
                <a:solidFill>
                  <a:srgbClr val="92D050"/>
                </a:solidFill>
                <a:effectLst>
                  <a:glow rad="63500">
                    <a:srgbClr val="92D050">
                      <a:alpha val="40000"/>
                    </a:srgbClr>
                  </a:glo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TextBox 41"/>
                <p:cNvSpPr txBox="1"/>
                <p:nvPr/>
              </p:nvSpPr>
              <p:spPr>
                <a:xfrm>
                  <a:off x="1712851" y="6154392"/>
                  <a:ext cx="144016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 smtClean="0">
                      <a:solidFill>
                        <a:schemeClr val="bg1">
                          <a:lumMod val="95000"/>
                        </a:schemeClr>
                      </a:solidFill>
                      <a:latin typeface="+mn-ea"/>
                      <a:ea typeface="+mn-ea"/>
                    </a:rPr>
                    <a:t>满料</a:t>
                  </a:r>
                  <a:endParaRPr lang="zh-CN" altLang="en-US" sz="1400" dirty="0">
                    <a:solidFill>
                      <a:schemeClr val="bg1">
                        <a:lumMod val="9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>
                <a:xfrm>
                  <a:off x="3464228" y="5897836"/>
                  <a:ext cx="1368152" cy="201891"/>
                </a:xfrm>
                <a:prstGeom prst="rect">
                  <a:avLst/>
                </a:prstGeom>
                <a:solidFill>
                  <a:srgbClr val="FFC000"/>
                </a:solidFill>
                <a:effectLst>
                  <a:glow rad="63500">
                    <a:srgbClr val="FFC000">
                      <a:alpha val="40000"/>
                    </a:srgbClr>
                  </a:glo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TextBox 44"/>
                <p:cNvSpPr txBox="1"/>
                <p:nvPr/>
              </p:nvSpPr>
              <p:spPr>
                <a:xfrm>
                  <a:off x="3333031" y="6154392"/>
                  <a:ext cx="165618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 smtClean="0">
                      <a:solidFill>
                        <a:schemeClr val="bg1">
                          <a:lumMod val="95000"/>
                        </a:schemeClr>
                      </a:solidFill>
                      <a:latin typeface="+mn-ea"/>
                      <a:ea typeface="+mn-ea"/>
                    </a:rPr>
                    <a:t>需换料</a:t>
                  </a:r>
                  <a:endParaRPr lang="zh-CN" altLang="en-US" sz="1400" dirty="0">
                    <a:solidFill>
                      <a:schemeClr val="bg1">
                        <a:lumMod val="9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67" name="文本框 7">
                  <a:extLst>
                    <a:ext uri="{FF2B5EF4-FFF2-40B4-BE49-F238E27FC236}">
                      <a16:creationId xmlns:a16="http://schemas.microsoft.com/office/drawing/2014/main" xmlns="" id="{9D7C52CF-E932-B01F-0F31-4D7B5B8A1A17}"/>
                    </a:ext>
                  </a:extLst>
                </p:cNvPr>
                <p:cNvSpPr txBox="1"/>
                <p:nvPr/>
              </p:nvSpPr>
              <p:spPr>
                <a:xfrm>
                  <a:off x="1980249" y="5575212"/>
                  <a:ext cx="905364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b="1" dirty="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库位</a:t>
                  </a:r>
                  <a:r>
                    <a:rPr lang="en-US" altLang="zh-CN" sz="1200" b="1" dirty="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1</a:t>
                  </a:r>
                  <a:endParaRPr lang="zh-CN" altLang="en-US" sz="1200" b="1" dirty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68" name="文本框 7">
                  <a:extLst>
                    <a:ext uri="{FF2B5EF4-FFF2-40B4-BE49-F238E27FC236}">
                      <a16:creationId xmlns:a16="http://schemas.microsoft.com/office/drawing/2014/main" xmlns="" id="{9D7C52CF-E932-B01F-0F31-4D7B5B8A1A17}"/>
                    </a:ext>
                  </a:extLst>
                </p:cNvPr>
                <p:cNvSpPr txBox="1"/>
                <p:nvPr/>
              </p:nvSpPr>
              <p:spPr>
                <a:xfrm>
                  <a:off x="3708441" y="5575212"/>
                  <a:ext cx="905364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b="1" dirty="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库位</a:t>
                  </a:r>
                  <a:r>
                    <a:rPr lang="en-US" altLang="zh-CN" sz="1200" b="1" dirty="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2</a:t>
                  </a:r>
                  <a:endParaRPr lang="zh-CN" altLang="en-US" sz="1200" b="1" dirty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73" name="组合 72"/>
              <p:cNvGrpSpPr/>
              <p:nvPr/>
            </p:nvGrpSpPr>
            <p:grpSpPr>
              <a:xfrm>
                <a:off x="6861423" y="3309591"/>
                <a:ext cx="1491533" cy="810790"/>
                <a:chOff x="6868556" y="2386672"/>
                <a:chExt cx="1491533" cy="810790"/>
              </a:xfrm>
            </p:grpSpPr>
            <p:sp>
              <p:nvSpPr>
                <p:cNvPr id="17" name="TextBox 16"/>
                <p:cNvSpPr txBox="1"/>
                <p:nvPr/>
              </p:nvSpPr>
              <p:spPr>
                <a:xfrm>
                  <a:off x="7011255" y="2386672"/>
                  <a:ext cx="12061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单</a:t>
                  </a:r>
                  <a:r>
                    <a:rPr lang="zh-CN" altLang="en-US" sz="1600" dirty="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件节拍</a:t>
                  </a:r>
                  <a:endParaRPr lang="zh-CN" altLang="en-US" sz="1600" dirty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</p:txBody>
            </p:sp>
            <p:grpSp>
              <p:nvGrpSpPr>
                <p:cNvPr id="72" name="组合 71"/>
                <p:cNvGrpSpPr/>
                <p:nvPr/>
              </p:nvGrpSpPr>
              <p:grpSpPr>
                <a:xfrm>
                  <a:off x="6868556" y="2828130"/>
                  <a:ext cx="1491533" cy="369332"/>
                  <a:chOff x="7026073" y="2828130"/>
                  <a:chExt cx="1491533" cy="369332"/>
                </a:xfrm>
              </p:grpSpPr>
              <p:grpSp>
                <p:nvGrpSpPr>
                  <p:cNvPr id="22" name="组合 21"/>
                  <p:cNvGrpSpPr/>
                  <p:nvPr/>
                </p:nvGrpSpPr>
                <p:grpSpPr>
                  <a:xfrm>
                    <a:off x="7026073" y="2828130"/>
                    <a:ext cx="576065" cy="369332"/>
                    <a:chOff x="5869696" y="2927067"/>
                    <a:chExt cx="576065" cy="369332"/>
                  </a:xfrm>
                </p:grpSpPr>
                <p:sp>
                  <p:nvSpPr>
                    <p:cNvPr id="21" name="矩形 20"/>
                    <p:cNvSpPr/>
                    <p:nvPr/>
                  </p:nvSpPr>
                  <p:spPr>
                    <a:xfrm>
                      <a:off x="5869696" y="2968253"/>
                      <a:ext cx="576065" cy="28696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0" name="TextBox 19"/>
                    <p:cNvSpPr txBox="1"/>
                    <p:nvPr/>
                  </p:nvSpPr>
                  <p:spPr>
                    <a:xfrm>
                      <a:off x="5869696" y="2927067"/>
                      <a:ext cx="57606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dirty="0" smtClean="0"/>
                        <a:t>300</a:t>
                      </a:r>
                      <a:endParaRPr lang="zh-CN" altLang="en-US" dirty="0"/>
                    </a:p>
                  </p:txBody>
                </p:sp>
              </p:grpSp>
              <p:sp>
                <p:nvSpPr>
                  <p:cNvPr id="76" name="TextBox 75"/>
                  <p:cNvSpPr txBox="1"/>
                  <p:nvPr/>
                </p:nvSpPr>
                <p:spPr>
                  <a:xfrm>
                    <a:off x="7629139" y="2858908"/>
                    <a:ext cx="888467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400" dirty="0" smtClean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a:t>秒（</a:t>
                    </a:r>
                    <a:r>
                      <a:rPr lang="en-US" altLang="zh-CN" sz="1400" dirty="0" smtClean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a:t>S</a:t>
                    </a:r>
                    <a:r>
                      <a:rPr lang="zh-CN" altLang="en-US" sz="1400" dirty="0" smtClean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a:t>）</a:t>
                    </a:r>
                    <a:endParaRPr lang="zh-CN" altLang="en-US" sz="1400" dirty="0">
                      <a:solidFill>
                        <a:schemeClr val="bg1"/>
                      </a:solidFill>
                      <a:latin typeface="+mj-ea"/>
                      <a:ea typeface="+mj-ea"/>
                    </a:endParaRPr>
                  </a:p>
                </p:txBody>
              </p:sp>
            </p:grpSp>
          </p:grpSp>
          <p:sp>
            <p:nvSpPr>
              <p:cNvPr id="80" name="TextBox 79"/>
              <p:cNvSpPr txBox="1"/>
              <p:nvPr/>
            </p:nvSpPr>
            <p:spPr>
              <a:xfrm>
                <a:off x="10664345" y="3309591"/>
                <a:ext cx="12061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 smtClean="0">
                    <a:solidFill>
                      <a:schemeClr val="bg1"/>
                    </a:solidFill>
                    <a:latin typeface="+mj-ea"/>
                    <a:ea typeface="+mj-ea"/>
                  </a:rPr>
                  <a:t>合格率</a:t>
                </a:r>
                <a:endParaRPr lang="zh-CN" altLang="en-US" sz="16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grpSp>
            <p:nvGrpSpPr>
              <p:cNvPr id="81" name="组合 80"/>
              <p:cNvGrpSpPr/>
              <p:nvPr/>
            </p:nvGrpSpPr>
            <p:grpSpPr>
              <a:xfrm>
                <a:off x="10713736" y="3751049"/>
                <a:ext cx="1107353" cy="369332"/>
                <a:chOff x="7026073" y="2828130"/>
                <a:chExt cx="1107353" cy="369332"/>
              </a:xfrm>
            </p:grpSpPr>
            <p:grpSp>
              <p:nvGrpSpPr>
                <p:cNvPr id="82" name="组合 81"/>
                <p:cNvGrpSpPr/>
                <p:nvPr/>
              </p:nvGrpSpPr>
              <p:grpSpPr>
                <a:xfrm>
                  <a:off x="7026073" y="2828130"/>
                  <a:ext cx="576065" cy="369332"/>
                  <a:chOff x="5869696" y="2927067"/>
                  <a:chExt cx="576065" cy="369332"/>
                </a:xfrm>
              </p:grpSpPr>
              <p:sp>
                <p:nvSpPr>
                  <p:cNvPr id="84" name="矩形 83"/>
                  <p:cNvSpPr/>
                  <p:nvPr/>
                </p:nvSpPr>
                <p:spPr>
                  <a:xfrm>
                    <a:off x="5869696" y="2968253"/>
                    <a:ext cx="576065" cy="28696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5" name="TextBox 84"/>
                  <p:cNvSpPr txBox="1"/>
                  <p:nvPr/>
                </p:nvSpPr>
                <p:spPr>
                  <a:xfrm>
                    <a:off x="5869696" y="2927067"/>
                    <a:ext cx="57606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dirty="0" smtClean="0"/>
                      <a:t>100</a:t>
                    </a:r>
                    <a:endParaRPr lang="zh-CN" altLang="en-US" dirty="0"/>
                  </a:p>
                </p:txBody>
              </p:sp>
            </p:grpSp>
            <p:sp>
              <p:nvSpPr>
                <p:cNvPr id="83" name="TextBox 82"/>
                <p:cNvSpPr txBox="1"/>
                <p:nvPr/>
              </p:nvSpPr>
              <p:spPr>
                <a:xfrm>
                  <a:off x="7629140" y="2858908"/>
                  <a:ext cx="50428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 dirty="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%</a:t>
                  </a:r>
                  <a:endParaRPr lang="zh-CN" altLang="en-US" sz="1400" dirty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87" name="组合 86"/>
              <p:cNvGrpSpPr/>
              <p:nvPr/>
            </p:nvGrpSpPr>
            <p:grpSpPr>
              <a:xfrm>
                <a:off x="8905584" y="3309591"/>
                <a:ext cx="1206134" cy="810790"/>
                <a:chOff x="8705740" y="2393243"/>
                <a:chExt cx="1206134" cy="810790"/>
              </a:xfrm>
            </p:grpSpPr>
            <p:sp>
              <p:nvSpPr>
                <p:cNvPr id="88" name="TextBox 87"/>
                <p:cNvSpPr txBox="1"/>
                <p:nvPr/>
              </p:nvSpPr>
              <p:spPr>
                <a:xfrm>
                  <a:off x="8705740" y="2393243"/>
                  <a:ext cx="12061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dirty="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当日产能</a:t>
                  </a:r>
                  <a:endParaRPr lang="zh-CN" altLang="en-US" sz="1600" dirty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</p:txBody>
            </p:sp>
            <p:grpSp>
              <p:nvGrpSpPr>
                <p:cNvPr id="89" name="组合 88"/>
                <p:cNvGrpSpPr/>
                <p:nvPr/>
              </p:nvGrpSpPr>
              <p:grpSpPr>
                <a:xfrm>
                  <a:off x="8755131" y="2834701"/>
                  <a:ext cx="1107353" cy="369332"/>
                  <a:chOff x="7026073" y="2828130"/>
                  <a:chExt cx="1107353" cy="369332"/>
                </a:xfrm>
              </p:grpSpPr>
              <p:grpSp>
                <p:nvGrpSpPr>
                  <p:cNvPr id="90" name="组合 89"/>
                  <p:cNvGrpSpPr/>
                  <p:nvPr/>
                </p:nvGrpSpPr>
                <p:grpSpPr>
                  <a:xfrm>
                    <a:off x="7026073" y="2828130"/>
                    <a:ext cx="576065" cy="369332"/>
                    <a:chOff x="5869696" y="2927067"/>
                    <a:chExt cx="576065" cy="369332"/>
                  </a:xfrm>
                </p:grpSpPr>
                <p:sp>
                  <p:nvSpPr>
                    <p:cNvPr id="92" name="矩形 91"/>
                    <p:cNvSpPr/>
                    <p:nvPr/>
                  </p:nvSpPr>
                  <p:spPr>
                    <a:xfrm>
                      <a:off x="5869696" y="2968253"/>
                      <a:ext cx="576065" cy="28696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3" name="TextBox 92"/>
                    <p:cNvSpPr txBox="1"/>
                    <p:nvPr/>
                  </p:nvSpPr>
                  <p:spPr>
                    <a:xfrm>
                      <a:off x="5869696" y="2927067"/>
                      <a:ext cx="57606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dirty="0" smtClean="0"/>
                        <a:t>200</a:t>
                      </a:r>
                      <a:endParaRPr lang="zh-CN" altLang="en-US" dirty="0"/>
                    </a:p>
                  </p:txBody>
                </p:sp>
              </p:grpSp>
              <p:sp>
                <p:nvSpPr>
                  <p:cNvPr id="91" name="TextBox 90"/>
                  <p:cNvSpPr txBox="1"/>
                  <p:nvPr/>
                </p:nvSpPr>
                <p:spPr>
                  <a:xfrm>
                    <a:off x="7629140" y="2858908"/>
                    <a:ext cx="50428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400" dirty="0" smtClean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a:t>件</a:t>
                    </a:r>
                    <a:endParaRPr lang="zh-CN" altLang="en-US" sz="1400" dirty="0">
                      <a:solidFill>
                        <a:schemeClr val="bg1"/>
                      </a:solidFill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05" name="组合 104"/>
              <p:cNvGrpSpPr/>
              <p:nvPr/>
            </p:nvGrpSpPr>
            <p:grpSpPr>
              <a:xfrm>
                <a:off x="6768781" y="2267733"/>
                <a:ext cx="5133202" cy="772528"/>
                <a:chOff x="6768781" y="1331629"/>
                <a:chExt cx="5133202" cy="772528"/>
              </a:xfrm>
            </p:grpSpPr>
            <p:grpSp>
              <p:nvGrpSpPr>
                <p:cNvPr id="106" name="组合 105"/>
                <p:cNvGrpSpPr/>
                <p:nvPr/>
              </p:nvGrpSpPr>
              <p:grpSpPr>
                <a:xfrm>
                  <a:off x="6768781" y="1331629"/>
                  <a:ext cx="905364" cy="772528"/>
                  <a:chOff x="6861423" y="1331629"/>
                  <a:chExt cx="905364" cy="772528"/>
                </a:xfrm>
              </p:grpSpPr>
              <p:sp>
                <p:nvSpPr>
                  <p:cNvPr id="116" name="椭圆 115">
                    <a:extLst>
                      <a:ext uri="{FF2B5EF4-FFF2-40B4-BE49-F238E27FC236}">
                        <a16:creationId xmlns:a16="http://schemas.microsoft.com/office/drawing/2014/main" xmlns="" id="{5E748A04-358F-24D2-1205-1D6036475A4A}"/>
                      </a:ext>
                    </a:extLst>
                  </p:cNvPr>
                  <p:cNvSpPr/>
                  <p:nvPr/>
                </p:nvSpPr>
                <p:spPr>
                  <a:xfrm>
                    <a:off x="6927841" y="1331629"/>
                    <a:ext cx="772528" cy="77252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effectLst>
                    <a:glow rad="63500">
                      <a:srgbClr val="FFFFFF">
                        <a:alpha val="40000"/>
                      </a:srgb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cene3d>
                    <a:camera prst="orthographicFront"/>
                    <a:lightRig rig="flat" dir="t"/>
                  </a:scene3d>
                  <a:sp3d extrusionH="76200">
                    <a:extrusionClr>
                      <a:schemeClr val="tx1">
                        <a:lumMod val="65000"/>
                        <a:lumOff val="35000"/>
                      </a:schemeClr>
                    </a:extrusion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7" name="文本框 76">
                    <a:extLst>
                      <a:ext uri="{FF2B5EF4-FFF2-40B4-BE49-F238E27FC236}">
                        <a16:creationId xmlns:a16="http://schemas.microsoft.com/office/drawing/2014/main" xmlns="" id="{8F7F759E-310B-F07D-2E50-821D6F008344}"/>
                      </a:ext>
                    </a:extLst>
                  </p:cNvPr>
                  <p:cNvSpPr txBox="1"/>
                  <p:nvPr/>
                </p:nvSpPr>
                <p:spPr>
                  <a:xfrm>
                    <a:off x="6861423" y="1487097"/>
                    <a:ext cx="905364" cy="461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200" b="1" dirty="0" smtClean="0">
                        <a:latin typeface="+mn-ea"/>
                        <a:ea typeface="+mn-ea"/>
                      </a:rPr>
                      <a:t>单件循环暂停</a:t>
                    </a:r>
                    <a:endParaRPr lang="zh-CN" altLang="en-US" sz="1200" b="1" dirty="0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107" name="组合 106"/>
                <p:cNvGrpSpPr/>
                <p:nvPr/>
              </p:nvGrpSpPr>
              <p:grpSpPr>
                <a:xfrm>
                  <a:off x="8178060" y="1331629"/>
                  <a:ext cx="905364" cy="772528"/>
                  <a:chOff x="8181570" y="1331629"/>
                  <a:chExt cx="905364" cy="772528"/>
                </a:xfrm>
              </p:grpSpPr>
              <p:sp>
                <p:nvSpPr>
                  <p:cNvPr id="114" name="椭圆 113">
                    <a:extLst>
                      <a:ext uri="{FF2B5EF4-FFF2-40B4-BE49-F238E27FC236}">
                        <a16:creationId xmlns:a16="http://schemas.microsoft.com/office/drawing/2014/main" xmlns="" id="{5E748A04-358F-24D2-1205-1D6036475A4A}"/>
                      </a:ext>
                    </a:extLst>
                  </p:cNvPr>
                  <p:cNvSpPr/>
                  <p:nvPr/>
                </p:nvSpPr>
                <p:spPr>
                  <a:xfrm>
                    <a:off x="8247988" y="1331629"/>
                    <a:ext cx="772528" cy="77252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effectLst>
                    <a:glow rad="63500">
                      <a:srgbClr val="FFFFFF">
                        <a:alpha val="40000"/>
                      </a:srgb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cene3d>
                    <a:camera prst="orthographicFront"/>
                    <a:lightRig rig="flat" dir="t"/>
                  </a:scene3d>
                  <a:sp3d extrusionH="76200">
                    <a:extrusionClr>
                      <a:schemeClr val="tx1">
                        <a:lumMod val="65000"/>
                        <a:lumOff val="35000"/>
                      </a:schemeClr>
                    </a:extrusion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5" name="文本框 76">
                    <a:extLst>
                      <a:ext uri="{FF2B5EF4-FFF2-40B4-BE49-F238E27FC236}">
                        <a16:creationId xmlns:a16="http://schemas.microsoft.com/office/drawing/2014/main" xmlns="" id="{8F7F759E-310B-F07D-2E50-821D6F008344}"/>
                      </a:ext>
                    </a:extLst>
                  </p:cNvPr>
                  <p:cNvSpPr txBox="1"/>
                  <p:nvPr/>
                </p:nvSpPr>
                <p:spPr>
                  <a:xfrm>
                    <a:off x="8181570" y="1487097"/>
                    <a:ext cx="905364" cy="461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200" b="1" dirty="0" smtClean="0">
                        <a:latin typeface="+mn-ea"/>
                        <a:ea typeface="+mn-ea"/>
                      </a:rPr>
                      <a:t>单框循环暂停</a:t>
                    </a:r>
                    <a:endParaRPr lang="zh-CN" altLang="en-US" sz="1200" b="1" dirty="0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108" name="组合 107"/>
                <p:cNvGrpSpPr/>
                <p:nvPr/>
              </p:nvGrpSpPr>
              <p:grpSpPr>
                <a:xfrm>
                  <a:off x="9587339" y="1331629"/>
                  <a:ext cx="905364" cy="772528"/>
                  <a:chOff x="9501717" y="1331629"/>
                  <a:chExt cx="905364" cy="772528"/>
                </a:xfrm>
              </p:grpSpPr>
              <p:sp>
                <p:nvSpPr>
                  <p:cNvPr id="112" name="椭圆 111">
                    <a:extLst>
                      <a:ext uri="{FF2B5EF4-FFF2-40B4-BE49-F238E27FC236}">
                        <a16:creationId xmlns:a16="http://schemas.microsoft.com/office/drawing/2014/main" xmlns="" id="{5E748A04-358F-24D2-1205-1D6036475A4A}"/>
                      </a:ext>
                    </a:extLst>
                  </p:cNvPr>
                  <p:cNvSpPr/>
                  <p:nvPr/>
                </p:nvSpPr>
                <p:spPr>
                  <a:xfrm>
                    <a:off x="9568135" y="1331629"/>
                    <a:ext cx="772528" cy="77252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effectLst>
                    <a:glow rad="63500">
                      <a:srgbClr val="FFFFFF">
                        <a:alpha val="40000"/>
                      </a:srgb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cene3d>
                    <a:camera prst="orthographicFront"/>
                    <a:lightRig rig="flat" dir="t"/>
                  </a:scene3d>
                  <a:sp3d extrusionH="76200">
                    <a:extrusionClr>
                      <a:schemeClr val="tx1">
                        <a:lumMod val="65000"/>
                        <a:lumOff val="35000"/>
                      </a:schemeClr>
                    </a:extrusion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3" name="文本框 76">
                    <a:extLst>
                      <a:ext uri="{FF2B5EF4-FFF2-40B4-BE49-F238E27FC236}">
                        <a16:creationId xmlns:a16="http://schemas.microsoft.com/office/drawing/2014/main" xmlns="" id="{8F7F759E-310B-F07D-2E50-821D6F008344}"/>
                      </a:ext>
                    </a:extLst>
                  </p:cNvPr>
                  <p:cNvSpPr txBox="1"/>
                  <p:nvPr/>
                </p:nvSpPr>
                <p:spPr>
                  <a:xfrm>
                    <a:off x="9501717" y="1579431"/>
                    <a:ext cx="905364" cy="2769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200" b="1" dirty="0" smtClean="0">
                        <a:latin typeface="+mn-ea"/>
                        <a:ea typeface="+mn-ea"/>
                      </a:rPr>
                      <a:t>抽检</a:t>
                    </a:r>
                    <a:endParaRPr lang="zh-CN" altLang="en-US" sz="1200" b="1" dirty="0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109" name="组合 108"/>
                <p:cNvGrpSpPr/>
                <p:nvPr/>
              </p:nvGrpSpPr>
              <p:grpSpPr>
                <a:xfrm>
                  <a:off x="10996619" y="1331629"/>
                  <a:ext cx="905364" cy="772528"/>
                  <a:chOff x="10821863" y="1331629"/>
                  <a:chExt cx="905364" cy="772528"/>
                </a:xfrm>
              </p:grpSpPr>
              <p:sp>
                <p:nvSpPr>
                  <p:cNvPr id="110" name="椭圆 109">
                    <a:extLst>
                      <a:ext uri="{FF2B5EF4-FFF2-40B4-BE49-F238E27FC236}">
                        <a16:creationId xmlns:a16="http://schemas.microsoft.com/office/drawing/2014/main" xmlns="" id="{5E748A04-358F-24D2-1205-1D6036475A4A}"/>
                      </a:ext>
                    </a:extLst>
                  </p:cNvPr>
                  <p:cNvSpPr/>
                  <p:nvPr/>
                </p:nvSpPr>
                <p:spPr>
                  <a:xfrm>
                    <a:off x="10888281" y="1331629"/>
                    <a:ext cx="772528" cy="77252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effectLst>
                    <a:glow rad="63500">
                      <a:srgbClr val="FFFFFF">
                        <a:alpha val="40000"/>
                      </a:srgb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cene3d>
                    <a:camera prst="orthographicFront"/>
                    <a:lightRig rig="flat" dir="t"/>
                  </a:scene3d>
                  <a:sp3d extrusionH="76200">
                    <a:extrusionClr>
                      <a:schemeClr val="tx1">
                        <a:lumMod val="65000"/>
                        <a:lumOff val="35000"/>
                      </a:schemeClr>
                    </a:extrusion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1" name="文本框 76">
                    <a:extLst>
                      <a:ext uri="{FF2B5EF4-FFF2-40B4-BE49-F238E27FC236}">
                        <a16:creationId xmlns:a16="http://schemas.microsoft.com/office/drawing/2014/main" xmlns="" id="{8F7F759E-310B-F07D-2E50-821D6F008344}"/>
                      </a:ext>
                    </a:extLst>
                  </p:cNvPr>
                  <p:cNvSpPr txBox="1"/>
                  <p:nvPr/>
                </p:nvSpPr>
                <p:spPr>
                  <a:xfrm>
                    <a:off x="10821863" y="1579431"/>
                    <a:ext cx="905364" cy="2769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200" b="1" dirty="0" smtClean="0">
                        <a:latin typeface="+mn-ea"/>
                        <a:ea typeface="+mn-ea"/>
                      </a:rPr>
                      <a:t>自定义</a:t>
                    </a:r>
                    <a:endParaRPr lang="zh-CN" altLang="en-US" sz="1200" b="1" dirty="0">
                      <a:latin typeface="+mn-ea"/>
                      <a:ea typeface="+mn-ea"/>
                    </a:endParaRPr>
                  </a:p>
                </p:txBody>
              </p:sp>
            </p:grpSp>
          </p:grpSp>
          <p:sp>
            <p:nvSpPr>
              <p:cNvPr id="119" name="TextBox 118"/>
              <p:cNvSpPr txBox="1"/>
              <p:nvPr/>
            </p:nvSpPr>
            <p:spPr>
              <a:xfrm>
                <a:off x="979952" y="946793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>
                        <a:lumMod val="95000"/>
                      </a:schemeClr>
                    </a:solidFill>
                    <a:latin typeface="微软雅黑 Light" pitchFamily="34" charset="-122"/>
                    <a:ea typeface="微软雅黑 Light" pitchFamily="34" charset="-122"/>
                  </a:rPr>
                  <a:t>产</a:t>
                </a:r>
                <a:r>
                  <a:rPr lang="zh-CN" altLang="en-US" b="1" dirty="0" smtClean="0">
                    <a:solidFill>
                      <a:schemeClr val="bg1">
                        <a:lumMod val="95000"/>
                      </a:schemeClr>
                    </a:solidFill>
                    <a:latin typeface="微软雅黑 Light" pitchFamily="34" charset="-122"/>
                    <a:ea typeface="微软雅黑 Light" pitchFamily="34" charset="-122"/>
                  </a:rPr>
                  <a:t>线名称</a:t>
                </a:r>
                <a:r>
                  <a:rPr lang="en-US" altLang="zh-CN" b="1" dirty="0" smtClean="0">
                    <a:solidFill>
                      <a:schemeClr val="bg1">
                        <a:lumMod val="95000"/>
                      </a:schemeClr>
                    </a:solidFill>
                    <a:latin typeface="微软雅黑 Light" pitchFamily="34" charset="-122"/>
                    <a:ea typeface="微软雅黑 Light" pitchFamily="34" charset="-122"/>
                  </a:rPr>
                  <a:t>—</a:t>
                </a:r>
                <a:endParaRPr lang="zh-CN" altLang="en-US" b="1" dirty="0">
                  <a:solidFill>
                    <a:schemeClr val="bg1">
                      <a:lumMod val="95000"/>
                    </a:schemeClr>
                  </a:solidFill>
                  <a:latin typeface="微软雅黑 Light" pitchFamily="34" charset="-122"/>
                  <a:ea typeface="微软雅黑 Light" pitchFamily="34" charset="-122"/>
                </a:endParaRPr>
              </a:p>
            </p:txBody>
          </p:sp>
          <p:sp>
            <p:nvSpPr>
              <p:cNvPr id="122" name="TextBox 121"/>
              <p:cNvSpPr txBox="1"/>
              <p:nvPr/>
            </p:nvSpPr>
            <p:spPr>
              <a:xfrm>
                <a:off x="9810185" y="962019"/>
                <a:ext cx="22842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+mj-ea"/>
                    <a:ea typeface="+mj-ea"/>
                  </a:rPr>
                  <a:t>日期</a:t>
                </a:r>
                <a:r>
                  <a:rPr lang="en-US" altLang="zh-CN" sz="1400" dirty="0" smtClean="0">
                    <a:solidFill>
                      <a:schemeClr val="bg1">
                        <a:lumMod val="95000"/>
                      </a:schemeClr>
                    </a:solidFill>
                    <a:latin typeface="+mj-ea"/>
                    <a:ea typeface="+mj-ea"/>
                  </a:rPr>
                  <a:t>-2025</a:t>
                </a:r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+mj-ea"/>
                    <a:ea typeface="+mj-ea"/>
                  </a:rPr>
                  <a:t>年</a:t>
                </a:r>
                <a:r>
                  <a:rPr lang="en-US" altLang="zh-CN" sz="1400" dirty="0" smtClean="0">
                    <a:solidFill>
                      <a:schemeClr val="bg1">
                        <a:lumMod val="95000"/>
                      </a:schemeClr>
                    </a:solidFill>
                    <a:latin typeface="+mj-ea"/>
                    <a:ea typeface="+mj-ea"/>
                  </a:rPr>
                  <a:t>10</a:t>
                </a:r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+mj-ea"/>
                    <a:ea typeface="+mj-ea"/>
                  </a:rPr>
                  <a:t>月</a:t>
                </a:r>
                <a:r>
                  <a:rPr lang="en-US" altLang="zh-CN" sz="1400" dirty="0" smtClean="0">
                    <a:solidFill>
                      <a:schemeClr val="bg1">
                        <a:lumMod val="95000"/>
                      </a:schemeClr>
                    </a:solidFill>
                    <a:latin typeface="+mj-ea"/>
                    <a:ea typeface="+mj-ea"/>
                  </a:rPr>
                  <a:t>1</a:t>
                </a:r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+mj-ea"/>
                    <a:ea typeface="+mj-ea"/>
                  </a:rPr>
                  <a:t>日</a:t>
                </a:r>
                <a:endParaRPr lang="zh-CN" altLang="en-US" sz="1400" dirty="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04" name="TextBox 103"/>
              <p:cNvSpPr txBox="1"/>
              <p:nvPr/>
            </p:nvSpPr>
            <p:spPr>
              <a:xfrm>
                <a:off x="5543324" y="4551431"/>
                <a:ext cx="5042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14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5167" y="1433898"/>
            <a:ext cx="11637333" cy="469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426296"/>
      </p:ext>
    </p:extLst>
  </p:cSld>
  <p:clrMapOvr>
    <a:masterClrMapping/>
  </p:clrMapOvr>
  <p:transition spd="slow" advTm="30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65"/>
          <p:cNvSpPr/>
          <p:nvPr/>
        </p:nvSpPr>
        <p:spPr>
          <a:xfrm>
            <a:off x="11396570" y="6946165"/>
            <a:ext cx="1459713" cy="143978"/>
          </a:xfrm>
          <a:prstGeom prst="rect">
            <a:avLst/>
          </a:prstGeom>
          <a:solidFill>
            <a:srgbClr val="01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5" tIns="45706" rIns="91415" bIns="457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/>
          </a:p>
        </p:txBody>
      </p:sp>
      <p:sp>
        <p:nvSpPr>
          <p:cNvPr id="126" name="任意多边形 125"/>
          <p:cNvSpPr/>
          <p:nvPr/>
        </p:nvSpPr>
        <p:spPr>
          <a:xfrm>
            <a:off x="-14688" y="211521"/>
            <a:ext cx="1090870" cy="708711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01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grpSp>
        <p:nvGrpSpPr>
          <p:cNvPr id="127" name="组合 126"/>
          <p:cNvGrpSpPr/>
          <p:nvPr/>
        </p:nvGrpSpPr>
        <p:grpSpPr>
          <a:xfrm>
            <a:off x="512986" y="352762"/>
            <a:ext cx="426236" cy="42623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8" name="同心圆 12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697">
                <a:defRPr/>
              </a:pPr>
              <a:endParaRPr lang="zh-CN" altLang="en-US" sz="2531" kern="0">
                <a:solidFill>
                  <a:sysClr val="windowText" lastClr="000000"/>
                </a:solidFill>
                <a:latin typeface="Calibri"/>
                <a:ea typeface="宋体"/>
              </a:endParaRPr>
            </a:p>
          </p:txBody>
        </p:sp>
        <p:sp>
          <p:nvSpPr>
            <p:cNvPr id="129" name="椭圆 128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697">
                <a:defRPr/>
              </a:pPr>
              <a:endParaRPr lang="zh-CN" altLang="en-US" sz="2531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sp>
        <p:nvSpPr>
          <p:cNvPr id="48" name="文本框 32">
            <a:extLst>
              <a:ext uri="{FF2B5EF4-FFF2-40B4-BE49-F238E27FC236}">
                <a16:creationId xmlns:a16="http://schemas.microsoft.com/office/drawing/2014/main" xmlns="" id="{97A9D0A4-9B1E-5E05-68D8-A93F510309E6}"/>
              </a:ext>
            </a:extLst>
          </p:cNvPr>
          <p:cNvSpPr txBox="1"/>
          <p:nvPr/>
        </p:nvSpPr>
        <p:spPr>
          <a:xfrm>
            <a:off x="1126443" y="362064"/>
            <a:ext cx="3959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界面</a:t>
            </a:r>
            <a:r>
              <a:rPr lang="en-US" altLang="zh-CN" sz="2400" b="1" dirty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2400" b="1" dirty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主页</a:t>
            </a:r>
          </a:p>
        </p:txBody>
      </p:sp>
      <p:sp>
        <p:nvSpPr>
          <p:cNvPr id="3" name="矩形 2"/>
          <p:cNvSpPr/>
          <p:nvPr/>
        </p:nvSpPr>
        <p:spPr>
          <a:xfrm>
            <a:off x="939222" y="920232"/>
            <a:ext cx="11155212" cy="5832648"/>
          </a:xfrm>
          <a:prstGeom prst="rect">
            <a:avLst/>
          </a:prstGeom>
          <a:gradFill>
            <a:gsLst>
              <a:gs pos="53000">
                <a:srgbClr val="575D5E">
                  <a:lumMod val="60000"/>
                </a:srgbClr>
              </a:gs>
              <a:gs pos="10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8" name="组合 77"/>
          <p:cNvGrpSpPr/>
          <p:nvPr/>
        </p:nvGrpSpPr>
        <p:grpSpPr>
          <a:xfrm>
            <a:off x="1288730" y="1517724"/>
            <a:ext cx="3240360" cy="400339"/>
            <a:chOff x="1288730" y="1423264"/>
            <a:chExt cx="3240360" cy="400339"/>
          </a:xfrm>
        </p:grpSpPr>
        <p:sp>
          <p:nvSpPr>
            <p:cNvPr id="27" name="TextBox 26"/>
            <p:cNvSpPr txBox="1"/>
            <p:nvPr/>
          </p:nvSpPr>
          <p:spPr>
            <a:xfrm>
              <a:off x="1288730" y="1438767"/>
              <a:ext cx="144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系统状态</a:t>
              </a:r>
              <a:r>
                <a:rPr lang="zh-CN" altLang="en-US" b="1" dirty="0" smtClean="0">
                  <a:solidFill>
                    <a:schemeClr val="bg1">
                      <a:lumMod val="95000"/>
                    </a:schemeClr>
                  </a:solidFill>
                  <a:latin typeface="微软雅黑 Light" pitchFamily="34" charset="-122"/>
                  <a:ea typeface="微软雅黑 Light" pitchFamily="34" charset="-122"/>
                </a:rPr>
                <a:t>   </a:t>
              </a:r>
              <a:r>
                <a:rPr lang="en-US" altLang="zh-CN" b="1" dirty="0" smtClean="0">
                  <a:solidFill>
                    <a:schemeClr val="bg1">
                      <a:lumMod val="95000"/>
                    </a:schemeClr>
                  </a:solidFill>
                  <a:latin typeface="微软雅黑 Light" pitchFamily="34" charset="-122"/>
                  <a:ea typeface="微软雅黑 Light" pitchFamily="34" charset="-122"/>
                </a:rPr>
                <a:t>:</a:t>
              </a:r>
              <a:endParaRPr lang="zh-CN" altLang="en-US" b="1" dirty="0">
                <a:solidFill>
                  <a:schemeClr val="bg1">
                    <a:lumMod val="95000"/>
                  </a:schemeClr>
                </a:solidFill>
                <a:latin typeface="微软雅黑 Light" pitchFamily="34" charset="-122"/>
                <a:ea typeface="微软雅黑 Light" pitchFamily="34" charset="-122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2857051" y="1423264"/>
              <a:ext cx="400339" cy="400339"/>
            </a:xfrm>
            <a:prstGeom prst="ellipse">
              <a:avLst/>
            </a:prstGeom>
            <a:solidFill>
              <a:srgbClr val="92D050"/>
            </a:solidFill>
            <a:effectLst>
              <a:glow rad="63500">
                <a:srgbClr val="92D05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520978" y="1469545"/>
              <a:ext cx="10081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 smtClean="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运行中</a:t>
              </a:r>
              <a:endParaRPr lang="zh-CN" altLang="en-US" sz="14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2482883" y="2536205"/>
            <a:ext cx="1961481" cy="436758"/>
            <a:chOff x="2324919" y="2088414"/>
            <a:chExt cx="1961481" cy="436758"/>
          </a:xfrm>
        </p:grpSpPr>
        <p:sp>
          <p:nvSpPr>
            <p:cNvPr id="23" name="文本框 7">
              <a:extLst>
                <a:ext uri="{FF2B5EF4-FFF2-40B4-BE49-F238E27FC236}">
                  <a16:creationId xmlns:a16="http://schemas.microsoft.com/office/drawing/2014/main" xmlns="" id="{9D7C52CF-E932-B01F-0F31-4D7B5B8A1A17}"/>
                </a:ext>
              </a:extLst>
            </p:cNvPr>
            <p:cNvSpPr txBox="1"/>
            <p:nvPr/>
          </p:nvSpPr>
          <p:spPr>
            <a:xfrm>
              <a:off x="2324919" y="2248173"/>
              <a:ext cx="90536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+mj-ea"/>
                  <a:ea typeface="+mj-ea"/>
                </a:rPr>
                <a:t>抓取</a:t>
              </a:r>
              <a:r>
                <a:rPr lang="en-US" altLang="zh-CN" sz="1200" b="1" dirty="0">
                  <a:solidFill>
                    <a:schemeClr val="bg1"/>
                  </a:solidFill>
                  <a:latin typeface="+mj-ea"/>
                  <a:ea typeface="+mj-ea"/>
                </a:rPr>
                <a:t>A</a:t>
              </a:r>
              <a:r>
                <a:rPr lang="zh-CN" altLang="en-US" sz="1200" b="1" dirty="0">
                  <a:solidFill>
                    <a:schemeClr val="bg1"/>
                  </a:solidFill>
                  <a:latin typeface="+mj-ea"/>
                  <a:ea typeface="+mj-ea"/>
                </a:rPr>
                <a:t>位</a:t>
              </a:r>
            </a:p>
          </p:txBody>
        </p:sp>
        <p:sp>
          <p:nvSpPr>
            <p:cNvPr id="24" name="文本框 17">
              <a:extLst>
                <a:ext uri="{FF2B5EF4-FFF2-40B4-BE49-F238E27FC236}">
                  <a16:creationId xmlns:a16="http://schemas.microsoft.com/office/drawing/2014/main" xmlns="" id="{0C17B1A7-D693-80D4-B6A5-7A5CC2EC8A5B}"/>
                </a:ext>
              </a:extLst>
            </p:cNvPr>
            <p:cNvSpPr txBox="1"/>
            <p:nvPr/>
          </p:nvSpPr>
          <p:spPr>
            <a:xfrm>
              <a:off x="3381036" y="2248173"/>
              <a:ext cx="90536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+mj-ea"/>
                  <a:ea typeface="+mj-ea"/>
                </a:rPr>
                <a:t>抓取</a:t>
              </a:r>
              <a:r>
                <a:rPr lang="en-US" altLang="zh-CN" sz="1200" b="1" dirty="0">
                  <a:solidFill>
                    <a:schemeClr val="bg1"/>
                  </a:solidFill>
                  <a:latin typeface="+mj-ea"/>
                  <a:ea typeface="+mj-ea"/>
                </a:rPr>
                <a:t>B</a:t>
              </a:r>
              <a:r>
                <a:rPr lang="zh-CN" altLang="en-US" sz="1200" b="1" dirty="0">
                  <a:solidFill>
                    <a:schemeClr val="bg1"/>
                  </a:solidFill>
                  <a:latin typeface="+mj-ea"/>
                  <a:ea typeface="+mj-ea"/>
                </a:rPr>
                <a:t>位</a:t>
              </a:r>
            </a:p>
          </p:txBody>
        </p:sp>
        <p:sp>
          <p:nvSpPr>
            <p:cNvPr id="25" name="椭圆 24"/>
            <p:cNvSpPr/>
            <p:nvPr/>
          </p:nvSpPr>
          <p:spPr>
            <a:xfrm>
              <a:off x="2676457" y="2088414"/>
              <a:ext cx="200876" cy="200876"/>
            </a:xfrm>
            <a:prstGeom prst="ellipse">
              <a:avLst/>
            </a:prstGeom>
            <a:solidFill>
              <a:srgbClr val="92D050"/>
            </a:solidFill>
            <a:effectLst>
              <a:glow rad="63500">
                <a:srgbClr val="92D05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椭圆 25"/>
            <p:cNvSpPr/>
            <p:nvPr/>
          </p:nvSpPr>
          <p:spPr>
            <a:xfrm>
              <a:off x="3733280" y="2088414"/>
              <a:ext cx="200876" cy="200876"/>
            </a:xfrm>
            <a:prstGeom prst="ellipse">
              <a:avLst/>
            </a:prstGeom>
            <a:solidFill>
              <a:srgbClr val="FFC000"/>
            </a:solidFill>
            <a:effectLst>
              <a:glow rad="63500">
                <a:srgbClr val="92D05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6768781" y="4301929"/>
            <a:ext cx="5133202" cy="2160240"/>
            <a:chOff x="6768781" y="3639070"/>
            <a:chExt cx="5133202" cy="2160240"/>
          </a:xfrm>
        </p:grpSpPr>
        <p:sp>
          <p:nvSpPr>
            <p:cNvPr id="2" name="矩形 1"/>
            <p:cNvSpPr/>
            <p:nvPr/>
          </p:nvSpPr>
          <p:spPr>
            <a:xfrm>
              <a:off x="6768781" y="3639070"/>
              <a:ext cx="5133202" cy="2160240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879425" y="4782097"/>
              <a:ext cx="4302478" cy="307777"/>
              <a:chOff x="7527497" y="4264397"/>
              <a:chExt cx="4302478" cy="307777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7581503" y="4264397"/>
                <a:ext cx="42484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0001-</a:t>
                </a:r>
                <a:r>
                  <a:rPr lang="zh-CN" altLang="en-US" sz="1400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提示</a:t>
                </a:r>
                <a:r>
                  <a:rPr lang="en-US" altLang="zh-CN" sz="1400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—</a:t>
                </a:r>
                <a:r>
                  <a:rPr lang="zh-CN" altLang="en-US" sz="1400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代码</a:t>
                </a:r>
                <a:r>
                  <a:rPr lang="en-US" altLang="zh-CN" sz="1400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—</a:t>
                </a:r>
                <a:r>
                  <a:rPr lang="zh-CN" altLang="en-US" sz="1400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内容</a:t>
                </a:r>
                <a:endParaRPr lang="zh-CN" altLang="en-US" sz="1400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5" name="椭圆 4"/>
              <p:cNvSpPr/>
              <p:nvPr/>
            </p:nvSpPr>
            <p:spPr>
              <a:xfrm>
                <a:off x="7527497" y="4364279"/>
                <a:ext cx="108012" cy="108012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6879425" y="4271219"/>
              <a:ext cx="4302478" cy="307777"/>
              <a:chOff x="7527497" y="4560125"/>
              <a:chExt cx="4302478" cy="307777"/>
            </a:xfrm>
          </p:grpSpPr>
          <p:sp>
            <p:nvSpPr>
              <p:cNvPr id="52" name="TextBox 51"/>
              <p:cNvSpPr txBox="1"/>
              <p:nvPr/>
            </p:nvSpPr>
            <p:spPr>
              <a:xfrm>
                <a:off x="7581503" y="4560125"/>
                <a:ext cx="42484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 smtClean="0">
                    <a:solidFill>
                      <a:srgbClr val="FFC000"/>
                    </a:solidFill>
                    <a:latin typeface="+mn-ea"/>
                    <a:ea typeface="+mn-ea"/>
                  </a:rPr>
                  <a:t>0002-</a:t>
                </a:r>
                <a:r>
                  <a:rPr lang="zh-CN" altLang="en-US" sz="1400" dirty="0" smtClean="0">
                    <a:solidFill>
                      <a:srgbClr val="FFC000"/>
                    </a:solidFill>
                    <a:latin typeface="+mn-ea"/>
                    <a:ea typeface="+mn-ea"/>
                  </a:rPr>
                  <a:t>警示</a:t>
                </a:r>
                <a:r>
                  <a:rPr lang="en-US" altLang="zh-CN" sz="1400" dirty="0" smtClean="0">
                    <a:solidFill>
                      <a:srgbClr val="FFC000"/>
                    </a:solidFill>
                    <a:latin typeface="+mn-ea"/>
                    <a:ea typeface="+mn-ea"/>
                  </a:rPr>
                  <a:t>—</a:t>
                </a:r>
                <a:r>
                  <a:rPr lang="zh-CN" altLang="en-US" sz="1400" dirty="0" smtClean="0">
                    <a:solidFill>
                      <a:srgbClr val="FFC000"/>
                    </a:solidFill>
                    <a:latin typeface="+mn-ea"/>
                    <a:ea typeface="+mn-ea"/>
                  </a:rPr>
                  <a:t>代码</a:t>
                </a:r>
                <a:r>
                  <a:rPr lang="en-US" altLang="zh-CN" sz="1400" dirty="0" smtClean="0">
                    <a:solidFill>
                      <a:srgbClr val="FFC000"/>
                    </a:solidFill>
                    <a:latin typeface="+mn-ea"/>
                    <a:ea typeface="+mn-ea"/>
                  </a:rPr>
                  <a:t>—</a:t>
                </a:r>
                <a:r>
                  <a:rPr lang="zh-CN" altLang="en-US" sz="1400" dirty="0" smtClean="0">
                    <a:solidFill>
                      <a:srgbClr val="FFC000"/>
                    </a:solidFill>
                    <a:latin typeface="+mn-ea"/>
                    <a:ea typeface="+mn-ea"/>
                  </a:rPr>
                  <a:t>内容</a:t>
                </a:r>
                <a:endParaRPr lang="zh-CN" altLang="en-US" sz="1400" dirty="0">
                  <a:solidFill>
                    <a:srgbClr val="FFC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7527497" y="4660007"/>
                <a:ext cx="108012" cy="10801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6879425" y="3760341"/>
              <a:ext cx="4302478" cy="307777"/>
              <a:chOff x="7527497" y="4912469"/>
              <a:chExt cx="4302478" cy="307777"/>
            </a:xfrm>
          </p:grpSpPr>
          <p:sp>
            <p:nvSpPr>
              <p:cNvPr id="54" name="TextBox 53"/>
              <p:cNvSpPr txBox="1"/>
              <p:nvPr/>
            </p:nvSpPr>
            <p:spPr>
              <a:xfrm>
                <a:off x="7581503" y="4912469"/>
                <a:ext cx="42484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0003-</a:t>
                </a:r>
                <a:r>
                  <a:rPr lang="zh-CN" altLang="en-US" sz="14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报警</a:t>
                </a:r>
                <a:r>
                  <a:rPr lang="en-US" altLang="zh-CN" sz="14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—</a:t>
                </a:r>
                <a:r>
                  <a:rPr lang="zh-CN" altLang="en-US" sz="14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代码</a:t>
                </a:r>
                <a:r>
                  <a:rPr lang="en-US" altLang="zh-CN" sz="14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—</a:t>
                </a:r>
                <a:r>
                  <a:rPr lang="zh-CN" altLang="en-US" sz="14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内容</a:t>
                </a:r>
                <a:endParaRPr lang="zh-CN" altLang="en-US" sz="1400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55" name="椭圆 54"/>
              <p:cNvSpPr/>
              <p:nvPr/>
            </p:nvSpPr>
            <p:spPr>
              <a:xfrm>
                <a:off x="7527497" y="5012351"/>
                <a:ext cx="108012" cy="108012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75" name="组合 74"/>
          <p:cNvGrpSpPr/>
          <p:nvPr/>
        </p:nvGrpSpPr>
        <p:grpSpPr>
          <a:xfrm>
            <a:off x="1015351" y="5575212"/>
            <a:ext cx="4896544" cy="886957"/>
            <a:chOff x="1100783" y="4949885"/>
            <a:chExt cx="4896544" cy="886957"/>
          </a:xfrm>
        </p:grpSpPr>
        <p:sp>
          <p:nvSpPr>
            <p:cNvPr id="41" name="矩形 40"/>
            <p:cNvSpPr/>
            <p:nvPr/>
          </p:nvSpPr>
          <p:spPr>
            <a:xfrm>
              <a:off x="1136787" y="5272509"/>
              <a:ext cx="1368152" cy="201891"/>
            </a:xfrm>
            <a:prstGeom prst="rect">
              <a:avLst/>
            </a:prstGeom>
            <a:solidFill>
              <a:srgbClr val="92D050"/>
            </a:solidFill>
            <a:effectLst>
              <a:glow rad="63500">
                <a:srgbClr val="92D05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100783" y="5529065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solidFill>
                    <a:schemeClr val="bg1">
                      <a:lumMod val="95000"/>
                    </a:schemeClr>
                  </a:solidFill>
                  <a:latin typeface="+mn-ea"/>
                  <a:ea typeface="+mn-ea"/>
                </a:rPr>
                <a:t>满料</a:t>
              </a:r>
              <a:endParaRPr lang="zh-CN" altLang="en-US" sz="1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2852160" y="5272509"/>
              <a:ext cx="1368152" cy="201891"/>
            </a:xfrm>
            <a:prstGeom prst="rect">
              <a:avLst/>
            </a:prstGeom>
            <a:solidFill>
              <a:srgbClr val="FFC000"/>
            </a:solidFill>
            <a:effectLst>
              <a:glow rad="63500">
                <a:srgbClr val="FFC0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720963" y="5529065"/>
              <a:ext cx="16561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solidFill>
                    <a:schemeClr val="bg1">
                      <a:lumMod val="95000"/>
                    </a:schemeClr>
                  </a:solidFill>
                  <a:latin typeface="+mn-ea"/>
                  <a:ea typeface="+mn-ea"/>
                </a:rPr>
                <a:t>需换料</a:t>
              </a:r>
              <a:endParaRPr lang="zh-CN" altLang="en-US" sz="1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4593171" y="5272509"/>
              <a:ext cx="1368152" cy="201891"/>
            </a:xfrm>
            <a:prstGeom prst="rect">
              <a:avLst/>
            </a:prstGeom>
            <a:solidFill>
              <a:srgbClr val="FF0000"/>
            </a:solidFill>
            <a:effectLst>
              <a:glow rad="63500">
                <a:srgbClr val="FF00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557167" y="5529065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>
                      <a:lumMod val="95000"/>
                    </a:schemeClr>
                  </a:solidFill>
                  <a:latin typeface="+mn-ea"/>
                  <a:ea typeface="+mn-ea"/>
                </a:rPr>
                <a:t>异常</a:t>
              </a:r>
            </a:p>
          </p:txBody>
        </p:sp>
        <p:sp>
          <p:nvSpPr>
            <p:cNvPr id="67" name="文本框 7">
              <a:extLst>
                <a:ext uri="{FF2B5EF4-FFF2-40B4-BE49-F238E27FC236}">
                  <a16:creationId xmlns:a16="http://schemas.microsoft.com/office/drawing/2014/main" xmlns="" id="{9D7C52CF-E932-B01F-0F31-4D7B5B8A1A17}"/>
                </a:ext>
              </a:extLst>
            </p:cNvPr>
            <p:cNvSpPr txBox="1"/>
            <p:nvPr/>
          </p:nvSpPr>
          <p:spPr>
            <a:xfrm>
              <a:off x="1368181" y="4949885"/>
              <a:ext cx="90536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库位</a:t>
              </a:r>
              <a:r>
                <a:rPr lang="en-US" altLang="zh-CN" sz="12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zh-CN" altLang="en-US" sz="12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68" name="文本框 7">
              <a:extLst>
                <a:ext uri="{FF2B5EF4-FFF2-40B4-BE49-F238E27FC236}">
                  <a16:creationId xmlns:a16="http://schemas.microsoft.com/office/drawing/2014/main" xmlns="" id="{9D7C52CF-E932-B01F-0F31-4D7B5B8A1A17}"/>
                </a:ext>
              </a:extLst>
            </p:cNvPr>
            <p:cNvSpPr txBox="1"/>
            <p:nvPr/>
          </p:nvSpPr>
          <p:spPr>
            <a:xfrm>
              <a:off x="3096373" y="4949885"/>
              <a:ext cx="90536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库位</a:t>
              </a:r>
              <a:r>
                <a:rPr lang="en-US" altLang="zh-CN" sz="12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zh-CN" altLang="en-US" sz="12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69" name="文本框 7">
              <a:extLst>
                <a:ext uri="{FF2B5EF4-FFF2-40B4-BE49-F238E27FC236}">
                  <a16:creationId xmlns:a16="http://schemas.microsoft.com/office/drawing/2014/main" xmlns="" id="{9D7C52CF-E932-B01F-0F31-4D7B5B8A1A17}"/>
                </a:ext>
              </a:extLst>
            </p:cNvPr>
            <p:cNvSpPr txBox="1"/>
            <p:nvPr/>
          </p:nvSpPr>
          <p:spPr>
            <a:xfrm>
              <a:off x="4824565" y="4949885"/>
              <a:ext cx="90536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库位</a:t>
              </a:r>
              <a:r>
                <a:rPr lang="en-US" altLang="zh-CN" sz="12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zh-CN" altLang="en-US" sz="12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6861423" y="3309591"/>
            <a:ext cx="1491533" cy="810790"/>
            <a:chOff x="6868556" y="2386672"/>
            <a:chExt cx="1491533" cy="810790"/>
          </a:xfrm>
        </p:grpSpPr>
        <p:sp>
          <p:nvSpPr>
            <p:cNvPr id="17" name="TextBox 16"/>
            <p:cNvSpPr txBox="1"/>
            <p:nvPr/>
          </p:nvSpPr>
          <p:spPr>
            <a:xfrm>
              <a:off x="7011255" y="2386672"/>
              <a:ext cx="12061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+mj-ea"/>
                  <a:ea typeface="+mj-ea"/>
                </a:rPr>
                <a:t>单</a:t>
              </a:r>
              <a:r>
                <a:rPr lang="zh-CN" altLang="en-US" sz="1600" dirty="0" smtClean="0">
                  <a:solidFill>
                    <a:schemeClr val="bg1"/>
                  </a:solidFill>
                  <a:latin typeface="+mj-ea"/>
                  <a:ea typeface="+mj-ea"/>
                </a:rPr>
                <a:t>件节拍</a:t>
              </a:r>
              <a:endParaRPr lang="zh-CN" altLang="en-US" sz="16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grpSp>
          <p:nvGrpSpPr>
            <p:cNvPr id="72" name="组合 71"/>
            <p:cNvGrpSpPr/>
            <p:nvPr/>
          </p:nvGrpSpPr>
          <p:grpSpPr>
            <a:xfrm>
              <a:off x="6868556" y="2828130"/>
              <a:ext cx="1491533" cy="369332"/>
              <a:chOff x="7026073" y="2828130"/>
              <a:chExt cx="1491533" cy="369332"/>
            </a:xfrm>
          </p:grpSpPr>
          <p:grpSp>
            <p:nvGrpSpPr>
              <p:cNvPr id="22" name="组合 21"/>
              <p:cNvGrpSpPr/>
              <p:nvPr/>
            </p:nvGrpSpPr>
            <p:grpSpPr>
              <a:xfrm>
                <a:off x="7026073" y="2828130"/>
                <a:ext cx="576065" cy="369332"/>
                <a:chOff x="5869696" y="2927067"/>
                <a:chExt cx="576065" cy="369332"/>
              </a:xfrm>
            </p:grpSpPr>
            <p:sp>
              <p:nvSpPr>
                <p:cNvPr id="21" name="矩形 20"/>
                <p:cNvSpPr/>
                <p:nvPr/>
              </p:nvSpPr>
              <p:spPr>
                <a:xfrm>
                  <a:off x="5869696" y="2968253"/>
                  <a:ext cx="576065" cy="28696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TextBox 19"/>
                <p:cNvSpPr txBox="1"/>
                <p:nvPr/>
              </p:nvSpPr>
              <p:spPr>
                <a:xfrm>
                  <a:off x="5869696" y="2927067"/>
                  <a:ext cx="5760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dirty="0" smtClean="0"/>
                    <a:t>30</a:t>
                  </a:r>
                  <a:endParaRPr lang="zh-CN" altLang="en-US" dirty="0"/>
                </a:p>
              </p:txBody>
            </p:sp>
          </p:grpSp>
          <p:sp>
            <p:nvSpPr>
              <p:cNvPr id="76" name="TextBox 75"/>
              <p:cNvSpPr txBox="1"/>
              <p:nvPr/>
            </p:nvSpPr>
            <p:spPr>
              <a:xfrm>
                <a:off x="7629139" y="2858908"/>
                <a:ext cx="8884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 smtClean="0">
                    <a:solidFill>
                      <a:schemeClr val="bg1"/>
                    </a:solidFill>
                    <a:latin typeface="+mj-ea"/>
                    <a:ea typeface="+mj-ea"/>
                  </a:rPr>
                  <a:t>秒（</a:t>
                </a:r>
                <a:r>
                  <a:rPr lang="en-US" altLang="zh-CN" sz="1400" dirty="0" smtClean="0">
                    <a:solidFill>
                      <a:schemeClr val="bg1"/>
                    </a:solidFill>
                    <a:latin typeface="+mj-ea"/>
                    <a:ea typeface="+mj-ea"/>
                  </a:rPr>
                  <a:t>S</a:t>
                </a:r>
                <a:r>
                  <a:rPr lang="zh-CN" altLang="en-US" sz="1400" dirty="0" smtClean="0">
                    <a:solidFill>
                      <a:schemeClr val="bg1"/>
                    </a:solidFill>
                    <a:latin typeface="+mj-ea"/>
                    <a:ea typeface="+mj-ea"/>
                  </a:rPr>
                  <a:t>）</a:t>
                </a:r>
                <a:endParaRPr lang="zh-CN" altLang="en-US" sz="14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</p:grpSp>
      <p:sp>
        <p:nvSpPr>
          <p:cNvPr id="80" name="TextBox 79"/>
          <p:cNvSpPr txBox="1"/>
          <p:nvPr/>
        </p:nvSpPr>
        <p:spPr>
          <a:xfrm>
            <a:off x="10664345" y="3309591"/>
            <a:ext cx="1206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latin typeface="+mj-ea"/>
                <a:ea typeface="+mj-ea"/>
              </a:rPr>
              <a:t>计数换刀</a:t>
            </a:r>
            <a:endParaRPr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10713736" y="3751049"/>
            <a:ext cx="1107353" cy="369332"/>
            <a:chOff x="7026073" y="2828130"/>
            <a:chExt cx="1107353" cy="369332"/>
          </a:xfrm>
        </p:grpSpPr>
        <p:grpSp>
          <p:nvGrpSpPr>
            <p:cNvPr id="82" name="组合 81"/>
            <p:cNvGrpSpPr/>
            <p:nvPr/>
          </p:nvGrpSpPr>
          <p:grpSpPr>
            <a:xfrm>
              <a:off x="7026073" y="2828130"/>
              <a:ext cx="576065" cy="369332"/>
              <a:chOff x="5869696" y="2927067"/>
              <a:chExt cx="576065" cy="369332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5869696" y="2968253"/>
                <a:ext cx="576065" cy="2869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869696" y="2927067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/>
                  <a:t>100</a:t>
                </a:r>
                <a:endParaRPr lang="zh-CN" altLang="en-US" dirty="0"/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7629140" y="2858908"/>
              <a:ext cx="5042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 smtClean="0">
                  <a:solidFill>
                    <a:schemeClr val="bg1"/>
                  </a:solidFill>
                  <a:latin typeface="+mj-ea"/>
                  <a:ea typeface="+mj-ea"/>
                </a:rPr>
                <a:t>%</a:t>
              </a:r>
              <a:endParaRPr lang="zh-CN" altLang="en-US" sz="1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8905584" y="3309591"/>
            <a:ext cx="1206134" cy="810790"/>
            <a:chOff x="8705740" y="2393243"/>
            <a:chExt cx="1206134" cy="810790"/>
          </a:xfrm>
        </p:grpSpPr>
        <p:sp>
          <p:nvSpPr>
            <p:cNvPr id="88" name="TextBox 87"/>
            <p:cNvSpPr txBox="1"/>
            <p:nvPr/>
          </p:nvSpPr>
          <p:spPr>
            <a:xfrm>
              <a:off x="8705740" y="2393243"/>
              <a:ext cx="12061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>
                  <a:solidFill>
                    <a:schemeClr val="bg1"/>
                  </a:solidFill>
                  <a:latin typeface="+mj-ea"/>
                  <a:ea typeface="+mj-ea"/>
                </a:rPr>
                <a:t>当日产能</a:t>
              </a:r>
              <a:endParaRPr lang="zh-CN" altLang="en-US" sz="16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8755131" y="2834701"/>
              <a:ext cx="1107353" cy="369332"/>
              <a:chOff x="7026073" y="2828130"/>
              <a:chExt cx="1107353" cy="369332"/>
            </a:xfrm>
          </p:grpSpPr>
          <p:grpSp>
            <p:nvGrpSpPr>
              <p:cNvPr id="90" name="组合 89"/>
              <p:cNvGrpSpPr/>
              <p:nvPr/>
            </p:nvGrpSpPr>
            <p:grpSpPr>
              <a:xfrm>
                <a:off x="7026073" y="2828130"/>
                <a:ext cx="576065" cy="369332"/>
                <a:chOff x="5869696" y="2927067"/>
                <a:chExt cx="576065" cy="369332"/>
              </a:xfrm>
            </p:grpSpPr>
            <p:sp>
              <p:nvSpPr>
                <p:cNvPr id="92" name="矩形 91"/>
                <p:cNvSpPr/>
                <p:nvPr/>
              </p:nvSpPr>
              <p:spPr>
                <a:xfrm>
                  <a:off x="5869696" y="2968253"/>
                  <a:ext cx="576065" cy="28696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3" name="TextBox 92"/>
                <p:cNvSpPr txBox="1"/>
                <p:nvPr/>
              </p:nvSpPr>
              <p:spPr>
                <a:xfrm>
                  <a:off x="5869696" y="2927067"/>
                  <a:ext cx="5760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dirty="0" smtClean="0"/>
                    <a:t>30</a:t>
                  </a:r>
                  <a:endParaRPr lang="zh-CN" altLang="en-US" dirty="0"/>
                </a:p>
              </p:txBody>
            </p:sp>
          </p:grpSp>
          <p:sp>
            <p:nvSpPr>
              <p:cNvPr id="91" name="TextBox 90"/>
              <p:cNvSpPr txBox="1"/>
              <p:nvPr/>
            </p:nvSpPr>
            <p:spPr>
              <a:xfrm>
                <a:off x="7629140" y="2858908"/>
                <a:ext cx="5042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 smtClean="0">
                    <a:solidFill>
                      <a:schemeClr val="bg1"/>
                    </a:solidFill>
                    <a:latin typeface="+mj-ea"/>
                    <a:ea typeface="+mj-ea"/>
                  </a:rPr>
                  <a:t>件</a:t>
                </a:r>
                <a:endParaRPr lang="zh-CN" altLang="en-US" sz="14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</p:grpSp>
      <p:sp>
        <p:nvSpPr>
          <p:cNvPr id="119" name="TextBox 118"/>
          <p:cNvSpPr txBox="1"/>
          <p:nvPr/>
        </p:nvSpPr>
        <p:spPr>
          <a:xfrm>
            <a:off x="979952" y="946793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微软雅黑 Light" pitchFamily="34" charset="-122"/>
                <a:ea typeface="微软雅黑 Light" pitchFamily="34" charset="-122"/>
              </a:rPr>
              <a:t>产</a:t>
            </a:r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 Light" pitchFamily="34" charset="-122"/>
                <a:ea typeface="微软雅黑 Light" pitchFamily="34" charset="-122"/>
              </a:rPr>
              <a:t>线名称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latin typeface="微软雅黑 Light" pitchFamily="34" charset="-122"/>
                <a:ea typeface="微软雅黑 Light" pitchFamily="34" charset="-122"/>
              </a:rPr>
              <a:t>—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微软雅黑 Light" pitchFamily="34" charset="-122"/>
              <a:ea typeface="微软雅黑 Light" pitchFamily="34" charset="-122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9810185" y="962019"/>
            <a:ext cx="2284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日期</a:t>
            </a:r>
            <a:r>
              <a:rPr lang="en-US" altLang="zh-CN" sz="1400" dirty="0" smtClean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-2025</a:t>
            </a:r>
            <a:r>
              <a:rPr lang="zh-CN" altLang="en-US" sz="1400" dirty="0" smtClean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年</a:t>
            </a:r>
            <a:r>
              <a:rPr lang="en-US" altLang="zh-CN" sz="1400" dirty="0" smtClean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10</a:t>
            </a:r>
            <a:r>
              <a:rPr lang="zh-CN" altLang="en-US" sz="1400" dirty="0" smtClean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月</a:t>
            </a:r>
            <a:r>
              <a:rPr lang="en-US" altLang="zh-CN" sz="1400" dirty="0" smtClean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1</a:t>
            </a:r>
            <a:r>
              <a:rPr lang="zh-CN" altLang="en-US" sz="1400" dirty="0" smtClean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日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95" name="图片 9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7058" y="2690518"/>
            <a:ext cx="5346818" cy="2962332"/>
          </a:xfrm>
          <a:prstGeom prst="rect">
            <a:avLst/>
          </a:prstGeom>
        </p:spPr>
      </p:pic>
      <p:grpSp>
        <p:nvGrpSpPr>
          <p:cNvPr id="101" name="组合 100"/>
          <p:cNvGrpSpPr/>
          <p:nvPr/>
        </p:nvGrpSpPr>
        <p:grpSpPr>
          <a:xfrm>
            <a:off x="6768781" y="1331629"/>
            <a:ext cx="905364" cy="772528"/>
            <a:chOff x="6861423" y="1331629"/>
            <a:chExt cx="905364" cy="772528"/>
          </a:xfrm>
        </p:grpSpPr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xmlns="" id="{5E748A04-358F-24D2-1205-1D6036475A4A}"/>
                </a:ext>
              </a:extLst>
            </p:cNvPr>
            <p:cNvSpPr/>
            <p:nvPr/>
          </p:nvSpPr>
          <p:spPr>
            <a:xfrm>
              <a:off x="6927841" y="1331629"/>
              <a:ext cx="772528" cy="77252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glow rad="63500">
                <a:srgbClr val="FFFFFF">
                  <a:alpha val="40000"/>
                </a:srgb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flat" dir="t"/>
            </a:scene3d>
            <a:sp3d extrusionH="76200">
              <a:extrusionClr>
                <a:schemeClr val="tx1">
                  <a:lumMod val="65000"/>
                  <a:lumOff val="35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文本框 76">
              <a:extLst>
                <a:ext uri="{FF2B5EF4-FFF2-40B4-BE49-F238E27FC236}">
                  <a16:creationId xmlns:a16="http://schemas.microsoft.com/office/drawing/2014/main" xmlns="" id="{8F7F759E-310B-F07D-2E50-821D6F008344}"/>
                </a:ext>
              </a:extLst>
            </p:cNvPr>
            <p:cNvSpPr txBox="1"/>
            <p:nvPr/>
          </p:nvSpPr>
          <p:spPr>
            <a:xfrm>
              <a:off x="6861423" y="1579431"/>
              <a:ext cx="90536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latin typeface="+mn-ea"/>
                  <a:ea typeface="+mn-ea"/>
                </a:rPr>
                <a:t>清</a:t>
              </a:r>
              <a:r>
                <a:rPr lang="zh-CN" altLang="en-US" sz="1200" b="1" dirty="0" smtClean="0">
                  <a:latin typeface="+mn-ea"/>
                  <a:ea typeface="+mn-ea"/>
                </a:rPr>
                <a:t>空料仓</a:t>
              </a:r>
              <a:endParaRPr lang="zh-CN" altLang="en-US" sz="1200" b="1" dirty="0">
                <a:latin typeface="+mn-ea"/>
                <a:ea typeface="+mn-ea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8178060" y="1331629"/>
            <a:ext cx="905364" cy="772528"/>
            <a:chOff x="8181570" y="1331629"/>
            <a:chExt cx="905364" cy="772528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xmlns="" id="{5E748A04-358F-24D2-1205-1D6036475A4A}"/>
                </a:ext>
              </a:extLst>
            </p:cNvPr>
            <p:cNvSpPr/>
            <p:nvPr/>
          </p:nvSpPr>
          <p:spPr>
            <a:xfrm>
              <a:off x="8247988" y="1331629"/>
              <a:ext cx="772528" cy="77252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glow rad="63500">
                <a:srgbClr val="FFFFFF">
                  <a:alpha val="40000"/>
                </a:srgb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flat" dir="t"/>
            </a:scene3d>
            <a:sp3d extrusionH="76200">
              <a:extrusionClr>
                <a:schemeClr val="tx1">
                  <a:lumMod val="65000"/>
                  <a:lumOff val="35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文本框 76">
              <a:extLst>
                <a:ext uri="{FF2B5EF4-FFF2-40B4-BE49-F238E27FC236}">
                  <a16:creationId xmlns:a16="http://schemas.microsoft.com/office/drawing/2014/main" xmlns="" id="{8F7F759E-310B-F07D-2E50-821D6F008344}"/>
                </a:ext>
              </a:extLst>
            </p:cNvPr>
            <p:cNvSpPr txBox="1"/>
            <p:nvPr/>
          </p:nvSpPr>
          <p:spPr>
            <a:xfrm>
              <a:off x="8181570" y="1579431"/>
              <a:ext cx="90536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 smtClean="0">
                  <a:latin typeface="+mn-ea"/>
                  <a:ea typeface="+mn-ea"/>
                </a:rPr>
                <a:t>启动</a:t>
              </a:r>
              <a:endParaRPr lang="zh-CN" altLang="en-US" sz="1200" b="1" dirty="0">
                <a:latin typeface="+mn-ea"/>
                <a:ea typeface="+mn-ea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9587339" y="1331629"/>
            <a:ext cx="905364" cy="772528"/>
            <a:chOff x="9501717" y="1331629"/>
            <a:chExt cx="905364" cy="772528"/>
          </a:xfrm>
        </p:grpSpPr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xmlns="" id="{5E748A04-358F-24D2-1205-1D6036475A4A}"/>
                </a:ext>
              </a:extLst>
            </p:cNvPr>
            <p:cNvSpPr/>
            <p:nvPr/>
          </p:nvSpPr>
          <p:spPr>
            <a:xfrm>
              <a:off x="9568135" y="1331629"/>
              <a:ext cx="772528" cy="77252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glow rad="63500">
                <a:srgbClr val="FFFFFF">
                  <a:alpha val="40000"/>
                </a:srgb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flat" dir="t"/>
            </a:scene3d>
            <a:sp3d extrusionH="76200">
              <a:extrusionClr>
                <a:schemeClr val="tx1">
                  <a:lumMod val="65000"/>
                  <a:lumOff val="35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文本框 76">
              <a:extLst>
                <a:ext uri="{FF2B5EF4-FFF2-40B4-BE49-F238E27FC236}">
                  <a16:creationId xmlns:a16="http://schemas.microsoft.com/office/drawing/2014/main" xmlns="" id="{8F7F759E-310B-F07D-2E50-821D6F008344}"/>
                </a:ext>
              </a:extLst>
            </p:cNvPr>
            <p:cNvSpPr txBox="1"/>
            <p:nvPr/>
          </p:nvSpPr>
          <p:spPr>
            <a:xfrm>
              <a:off x="9501717" y="1579431"/>
              <a:ext cx="90536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 smtClean="0">
                  <a:latin typeface="+mn-ea"/>
                  <a:ea typeface="+mn-ea"/>
                </a:rPr>
                <a:t>暂停</a:t>
              </a:r>
              <a:endParaRPr lang="zh-CN" altLang="en-US" sz="1200" b="1" dirty="0">
                <a:latin typeface="+mn-ea"/>
                <a:ea typeface="+mn-ea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10996619" y="1331629"/>
            <a:ext cx="905364" cy="772528"/>
            <a:chOff x="10821863" y="1331629"/>
            <a:chExt cx="905364" cy="772528"/>
          </a:xfrm>
        </p:grpSpPr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xmlns="" id="{5E748A04-358F-24D2-1205-1D6036475A4A}"/>
                </a:ext>
              </a:extLst>
            </p:cNvPr>
            <p:cNvSpPr/>
            <p:nvPr/>
          </p:nvSpPr>
          <p:spPr>
            <a:xfrm>
              <a:off x="10888281" y="1331629"/>
              <a:ext cx="772528" cy="77252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glow rad="63500">
                <a:srgbClr val="FFFFFF">
                  <a:alpha val="40000"/>
                </a:srgb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flat" dir="t"/>
            </a:scene3d>
            <a:sp3d extrusionH="76200">
              <a:extrusionClr>
                <a:schemeClr val="tx1">
                  <a:lumMod val="65000"/>
                  <a:lumOff val="35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文本框 76">
              <a:extLst>
                <a:ext uri="{FF2B5EF4-FFF2-40B4-BE49-F238E27FC236}">
                  <a16:creationId xmlns:a16="http://schemas.microsoft.com/office/drawing/2014/main" xmlns="" id="{8F7F759E-310B-F07D-2E50-821D6F008344}"/>
                </a:ext>
              </a:extLst>
            </p:cNvPr>
            <p:cNvSpPr txBox="1"/>
            <p:nvPr/>
          </p:nvSpPr>
          <p:spPr>
            <a:xfrm>
              <a:off x="10821863" y="1579431"/>
              <a:ext cx="90536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 smtClean="0">
                  <a:latin typeface="+mn-ea"/>
                  <a:ea typeface="+mn-ea"/>
                </a:rPr>
                <a:t>复位</a:t>
              </a:r>
              <a:endParaRPr lang="zh-CN" altLang="en-US" sz="1200" b="1" dirty="0">
                <a:latin typeface="+mn-ea"/>
                <a:ea typeface="+mn-ea"/>
              </a:endParaRPr>
            </a:p>
          </p:txBody>
        </p:sp>
      </p:grpSp>
      <p:grpSp>
        <p:nvGrpSpPr>
          <p:cNvPr id="133" name="组合 132"/>
          <p:cNvGrpSpPr/>
          <p:nvPr/>
        </p:nvGrpSpPr>
        <p:grpSpPr>
          <a:xfrm>
            <a:off x="6768781" y="2267733"/>
            <a:ext cx="905364" cy="772528"/>
            <a:chOff x="6861423" y="1331629"/>
            <a:chExt cx="905364" cy="772528"/>
          </a:xfrm>
        </p:grpSpPr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xmlns="" id="{5E748A04-358F-24D2-1205-1D6036475A4A}"/>
                </a:ext>
              </a:extLst>
            </p:cNvPr>
            <p:cNvSpPr/>
            <p:nvPr/>
          </p:nvSpPr>
          <p:spPr>
            <a:xfrm>
              <a:off x="6927841" y="1331629"/>
              <a:ext cx="772528" cy="77252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glow rad="63500">
                <a:srgbClr val="FFFFFF">
                  <a:alpha val="40000"/>
                </a:srgb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flat" dir="t"/>
            </a:scene3d>
            <a:sp3d extrusionH="76200">
              <a:extrusionClr>
                <a:schemeClr val="tx1">
                  <a:lumMod val="65000"/>
                  <a:lumOff val="35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文本框 76">
              <a:extLst>
                <a:ext uri="{FF2B5EF4-FFF2-40B4-BE49-F238E27FC236}">
                  <a16:creationId xmlns:a16="http://schemas.microsoft.com/office/drawing/2014/main" xmlns="" id="{8F7F759E-310B-F07D-2E50-821D6F008344}"/>
                </a:ext>
              </a:extLst>
            </p:cNvPr>
            <p:cNvSpPr txBox="1"/>
            <p:nvPr/>
          </p:nvSpPr>
          <p:spPr>
            <a:xfrm>
              <a:off x="6861423" y="1487097"/>
              <a:ext cx="90536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 smtClean="0">
                  <a:latin typeface="+mn-ea"/>
                  <a:ea typeface="+mn-ea"/>
                </a:rPr>
                <a:t>单件循环暂停</a:t>
              </a:r>
              <a:endParaRPr lang="zh-CN" altLang="en-US" sz="1200" b="1" dirty="0">
                <a:latin typeface="+mn-ea"/>
                <a:ea typeface="+mn-ea"/>
              </a:endParaRP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8178060" y="2267733"/>
            <a:ext cx="905364" cy="772528"/>
            <a:chOff x="8181570" y="1331629"/>
            <a:chExt cx="905364" cy="772528"/>
          </a:xfrm>
        </p:grpSpPr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xmlns="" id="{5E748A04-358F-24D2-1205-1D6036475A4A}"/>
                </a:ext>
              </a:extLst>
            </p:cNvPr>
            <p:cNvSpPr/>
            <p:nvPr/>
          </p:nvSpPr>
          <p:spPr>
            <a:xfrm>
              <a:off x="8247988" y="1331629"/>
              <a:ext cx="772528" cy="77252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glow rad="63500">
                <a:srgbClr val="FFFFFF">
                  <a:alpha val="40000"/>
                </a:srgb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flat" dir="t"/>
            </a:scene3d>
            <a:sp3d extrusionH="76200">
              <a:extrusionClr>
                <a:schemeClr val="tx1">
                  <a:lumMod val="65000"/>
                  <a:lumOff val="35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文本框 76">
              <a:extLst>
                <a:ext uri="{FF2B5EF4-FFF2-40B4-BE49-F238E27FC236}">
                  <a16:creationId xmlns:a16="http://schemas.microsoft.com/office/drawing/2014/main" xmlns="" id="{8F7F759E-310B-F07D-2E50-821D6F008344}"/>
                </a:ext>
              </a:extLst>
            </p:cNvPr>
            <p:cNvSpPr txBox="1"/>
            <p:nvPr/>
          </p:nvSpPr>
          <p:spPr>
            <a:xfrm>
              <a:off x="8181570" y="1487097"/>
              <a:ext cx="90536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 smtClean="0">
                  <a:latin typeface="+mn-ea"/>
                  <a:ea typeface="+mn-ea"/>
                </a:rPr>
                <a:t>单框循环暂停</a:t>
              </a:r>
              <a:endParaRPr lang="zh-CN" altLang="en-US" sz="1200" b="1" dirty="0">
                <a:latin typeface="+mn-ea"/>
                <a:ea typeface="+mn-ea"/>
              </a:endParaRP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9587339" y="2267733"/>
            <a:ext cx="905364" cy="772528"/>
            <a:chOff x="9501717" y="1331629"/>
            <a:chExt cx="905364" cy="772528"/>
          </a:xfrm>
        </p:grpSpPr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xmlns="" id="{5E748A04-358F-24D2-1205-1D6036475A4A}"/>
                </a:ext>
              </a:extLst>
            </p:cNvPr>
            <p:cNvSpPr/>
            <p:nvPr/>
          </p:nvSpPr>
          <p:spPr>
            <a:xfrm>
              <a:off x="9568135" y="1331629"/>
              <a:ext cx="772528" cy="77252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glow rad="63500">
                <a:srgbClr val="FFFFFF">
                  <a:alpha val="40000"/>
                </a:srgb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flat" dir="t"/>
            </a:scene3d>
            <a:sp3d extrusionH="76200">
              <a:extrusionClr>
                <a:schemeClr val="tx1">
                  <a:lumMod val="65000"/>
                  <a:lumOff val="35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文本框 76">
              <a:extLst>
                <a:ext uri="{FF2B5EF4-FFF2-40B4-BE49-F238E27FC236}">
                  <a16:creationId xmlns:a16="http://schemas.microsoft.com/office/drawing/2014/main" xmlns="" id="{8F7F759E-310B-F07D-2E50-821D6F008344}"/>
                </a:ext>
              </a:extLst>
            </p:cNvPr>
            <p:cNvSpPr txBox="1"/>
            <p:nvPr/>
          </p:nvSpPr>
          <p:spPr>
            <a:xfrm>
              <a:off x="9501717" y="1579431"/>
              <a:ext cx="90536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 smtClean="0">
                  <a:latin typeface="+mn-ea"/>
                  <a:ea typeface="+mn-ea"/>
                </a:rPr>
                <a:t>抽检</a:t>
              </a:r>
              <a:endParaRPr lang="zh-CN" altLang="en-US" sz="1200" b="1" dirty="0">
                <a:latin typeface="+mn-ea"/>
                <a:ea typeface="+mn-ea"/>
              </a:endParaRPr>
            </a:p>
          </p:txBody>
        </p:sp>
      </p:grpSp>
      <p:grpSp>
        <p:nvGrpSpPr>
          <p:cNvPr id="136" name="组合 135"/>
          <p:cNvGrpSpPr/>
          <p:nvPr/>
        </p:nvGrpSpPr>
        <p:grpSpPr>
          <a:xfrm>
            <a:off x="10996619" y="2267733"/>
            <a:ext cx="905364" cy="772528"/>
            <a:chOff x="10821863" y="1331629"/>
            <a:chExt cx="905364" cy="772528"/>
          </a:xfrm>
        </p:grpSpPr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xmlns="" id="{5E748A04-358F-24D2-1205-1D6036475A4A}"/>
                </a:ext>
              </a:extLst>
            </p:cNvPr>
            <p:cNvSpPr/>
            <p:nvPr/>
          </p:nvSpPr>
          <p:spPr>
            <a:xfrm>
              <a:off x="10888281" y="1331629"/>
              <a:ext cx="772528" cy="77252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glow rad="63500">
                <a:srgbClr val="FFFFFF">
                  <a:alpha val="40000"/>
                </a:srgb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flat" dir="t"/>
            </a:scene3d>
            <a:sp3d extrusionH="76200">
              <a:extrusionClr>
                <a:schemeClr val="tx1">
                  <a:lumMod val="65000"/>
                  <a:lumOff val="35000"/>
                </a:schemeClr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文本框 76">
              <a:extLst>
                <a:ext uri="{FF2B5EF4-FFF2-40B4-BE49-F238E27FC236}">
                  <a16:creationId xmlns:a16="http://schemas.microsoft.com/office/drawing/2014/main" xmlns="" id="{8F7F759E-310B-F07D-2E50-821D6F008344}"/>
                </a:ext>
              </a:extLst>
            </p:cNvPr>
            <p:cNvSpPr txBox="1"/>
            <p:nvPr/>
          </p:nvSpPr>
          <p:spPr>
            <a:xfrm>
              <a:off x="10821863" y="1579431"/>
              <a:ext cx="90536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 smtClean="0">
                  <a:latin typeface="+mn-ea"/>
                  <a:ea typeface="+mn-ea"/>
                </a:rPr>
                <a:t>自定义</a:t>
              </a:r>
              <a:endParaRPr lang="zh-CN" altLang="en-US" sz="1200" b="1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9528324"/>
      </p:ext>
    </p:extLst>
  </p:cSld>
  <p:clrMapOvr>
    <a:masterClrMapping/>
  </p:clrMapOvr>
  <p:transition spd="slow" advTm="30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39222" y="920232"/>
            <a:ext cx="11155212" cy="5832648"/>
          </a:xfrm>
          <a:prstGeom prst="rect">
            <a:avLst/>
          </a:prstGeom>
          <a:gradFill>
            <a:gsLst>
              <a:gs pos="53000">
                <a:srgbClr val="575D5E">
                  <a:lumMod val="60000"/>
                </a:srgbClr>
              </a:gs>
              <a:gs pos="10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11396570" y="6946165"/>
            <a:ext cx="1459713" cy="143978"/>
          </a:xfrm>
          <a:prstGeom prst="rect">
            <a:avLst/>
          </a:prstGeom>
          <a:solidFill>
            <a:srgbClr val="01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5" tIns="45706" rIns="91415" bIns="457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/>
          </a:p>
        </p:txBody>
      </p:sp>
      <p:sp>
        <p:nvSpPr>
          <p:cNvPr id="126" name="任意多边形 125"/>
          <p:cNvSpPr/>
          <p:nvPr/>
        </p:nvSpPr>
        <p:spPr>
          <a:xfrm>
            <a:off x="-14688" y="211521"/>
            <a:ext cx="1090870" cy="708711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01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grpSp>
        <p:nvGrpSpPr>
          <p:cNvPr id="127" name="组合 126"/>
          <p:cNvGrpSpPr/>
          <p:nvPr/>
        </p:nvGrpSpPr>
        <p:grpSpPr>
          <a:xfrm>
            <a:off x="512986" y="352762"/>
            <a:ext cx="426236" cy="42623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8" name="同心圆 12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697">
                <a:defRPr/>
              </a:pPr>
              <a:endParaRPr lang="zh-CN" altLang="en-US" sz="2531" kern="0">
                <a:solidFill>
                  <a:sysClr val="windowText" lastClr="000000"/>
                </a:solidFill>
                <a:latin typeface="Calibri"/>
                <a:ea typeface="宋体"/>
              </a:endParaRPr>
            </a:p>
          </p:txBody>
        </p:sp>
        <p:sp>
          <p:nvSpPr>
            <p:cNvPr id="129" name="椭圆 128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697">
                <a:defRPr/>
              </a:pPr>
              <a:endParaRPr lang="zh-CN" altLang="en-US" sz="2531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sp>
        <p:nvSpPr>
          <p:cNvPr id="48" name="文本框 32">
            <a:extLst>
              <a:ext uri="{FF2B5EF4-FFF2-40B4-BE49-F238E27FC236}">
                <a16:creationId xmlns:a16="http://schemas.microsoft.com/office/drawing/2014/main" xmlns="" id="{97A9D0A4-9B1E-5E05-68D8-A93F510309E6}"/>
              </a:ext>
            </a:extLst>
          </p:cNvPr>
          <p:cNvSpPr txBox="1"/>
          <p:nvPr/>
        </p:nvSpPr>
        <p:spPr>
          <a:xfrm>
            <a:off x="1126443" y="362064"/>
            <a:ext cx="3959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界面</a:t>
            </a:r>
            <a:r>
              <a:rPr lang="en-US" altLang="zh-CN" sz="2400" b="1" dirty="0" smtClean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2400" b="1" dirty="0" smtClean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生产数据</a:t>
            </a:r>
            <a:endParaRPr lang="zh-CN" altLang="en-US" sz="2400" b="1" dirty="0">
              <a:solidFill>
                <a:schemeClr val="tx2"/>
              </a:solidFill>
              <a:latin typeface="Franklin Gothic Book" panose="020B05030201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979952" y="946793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微软雅黑 Light" pitchFamily="34" charset="-122"/>
                <a:ea typeface="微软雅黑 Light" pitchFamily="34" charset="-122"/>
              </a:rPr>
              <a:t>产</a:t>
            </a:r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 Light" pitchFamily="34" charset="-122"/>
                <a:ea typeface="微软雅黑 Light" pitchFamily="34" charset="-122"/>
              </a:rPr>
              <a:t>线名称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latin typeface="微软雅黑 Light" pitchFamily="34" charset="-122"/>
                <a:ea typeface="微软雅黑 Light" pitchFamily="34" charset="-122"/>
              </a:rPr>
              <a:t>—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微软雅黑 Light" pitchFamily="34" charset="-122"/>
              <a:ea typeface="微软雅黑 Light" pitchFamily="3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032162" y="1983108"/>
            <a:ext cx="1206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单</a:t>
            </a:r>
            <a:r>
              <a:rPr lang="zh-CN" altLang="en-US" sz="1600" dirty="0" smtClean="0">
                <a:solidFill>
                  <a:schemeClr val="bg1"/>
                </a:solidFill>
                <a:latin typeface="+mj-ea"/>
                <a:ea typeface="+mj-ea"/>
              </a:rPr>
              <a:t>件节拍</a:t>
            </a:r>
            <a:endParaRPr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659915" y="2492450"/>
            <a:ext cx="1910942" cy="369332"/>
            <a:chOff x="3330361" y="2320181"/>
            <a:chExt cx="1910942" cy="369332"/>
          </a:xfrm>
        </p:grpSpPr>
        <p:grpSp>
          <p:nvGrpSpPr>
            <p:cNvPr id="98" name="组合 97"/>
            <p:cNvGrpSpPr/>
            <p:nvPr/>
          </p:nvGrpSpPr>
          <p:grpSpPr>
            <a:xfrm>
              <a:off x="3330361" y="2320181"/>
              <a:ext cx="1080000" cy="369332"/>
              <a:chOff x="5869696" y="2927067"/>
              <a:chExt cx="576065" cy="369332"/>
            </a:xfrm>
          </p:grpSpPr>
          <p:sp>
            <p:nvSpPr>
              <p:cNvPr id="100" name="矩形 99"/>
              <p:cNvSpPr/>
              <p:nvPr/>
            </p:nvSpPr>
            <p:spPr>
              <a:xfrm>
                <a:off x="5869696" y="2968253"/>
                <a:ext cx="576065" cy="2869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5869696" y="2927067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/>
                  <a:t>50</a:t>
                </a:r>
                <a:endParaRPr lang="zh-CN" altLang="en-US" dirty="0"/>
              </a:p>
            </p:txBody>
          </p:sp>
        </p:grpSp>
        <p:sp>
          <p:nvSpPr>
            <p:cNvPr id="99" name="TextBox 98"/>
            <p:cNvSpPr txBox="1"/>
            <p:nvPr/>
          </p:nvSpPr>
          <p:spPr>
            <a:xfrm>
              <a:off x="4352836" y="2350959"/>
              <a:ext cx="8884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+mj-ea"/>
                  <a:ea typeface="+mj-ea"/>
                </a:rPr>
                <a:t>秒（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+mj-ea"/>
                  <a:ea typeface="+mj-ea"/>
                </a:rPr>
                <a:t>S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+mj-ea"/>
                  <a:ea typeface="+mj-ea"/>
                </a:rPr>
                <a:t>）</a:t>
              </a:r>
              <a:endParaRPr lang="zh-CN" altLang="en-US" sz="1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06" name="TextBox 105"/>
          <p:cNvSpPr txBox="1"/>
          <p:nvPr/>
        </p:nvSpPr>
        <p:spPr>
          <a:xfrm>
            <a:off x="2569144" y="1983108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latin typeface="+mj-ea"/>
                <a:ea typeface="+mj-ea"/>
              </a:rPr>
              <a:t>当日目标产能</a:t>
            </a:r>
            <a:endParaRPr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2686157" y="3309869"/>
            <a:ext cx="1206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latin typeface="+mj-ea"/>
                <a:ea typeface="+mj-ea"/>
              </a:rPr>
              <a:t>抽检数量</a:t>
            </a:r>
            <a:endParaRPr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7238106" y="3309869"/>
            <a:ext cx="1206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smtClean="0">
                <a:solidFill>
                  <a:schemeClr val="bg1"/>
                </a:solidFill>
                <a:latin typeface="+mj-ea"/>
                <a:ea typeface="+mj-ea"/>
              </a:rPr>
              <a:t>NG</a:t>
            </a:r>
            <a:r>
              <a:rPr lang="zh-CN" altLang="en-US" sz="1600" dirty="0" smtClean="0">
                <a:solidFill>
                  <a:schemeClr val="bg1"/>
                </a:solidFill>
                <a:latin typeface="+mj-ea"/>
                <a:ea typeface="+mj-ea"/>
              </a:rPr>
              <a:t>数量</a:t>
            </a:r>
            <a:endParaRPr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5032162" y="3309869"/>
            <a:ext cx="1206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latin typeface="+mj-ea"/>
                <a:ea typeface="+mj-ea"/>
              </a:rPr>
              <a:t>合格数量</a:t>
            </a:r>
            <a:endParaRPr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9489745" y="3309869"/>
            <a:ext cx="1206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latin typeface="+mj-ea"/>
                <a:ea typeface="+mj-ea"/>
              </a:rPr>
              <a:t>待检数量</a:t>
            </a:r>
            <a:endParaRPr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2686157" y="4636631"/>
            <a:ext cx="1206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latin typeface="+mj-ea"/>
                <a:ea typeface="+mj-ea"/>
              </a:rPr>
              <a:t>料仓毛坯</a:t>
            </a:r>
            <a:endParaRPr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5032162" y="4636631"/>
            <a:ext cx="1206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latin typeface="+mj-ea"/>
                <a:ea typeface="+mj-ea"/>
              </a:rPr>
              <a:t>料仓成品</a:t>
            </a:r>
            <a:endParaRPr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7238106" y="1983108"/>
            <a:ext cx="1206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latin typeface="+mj-ea"/>
                <a:ea typeface="+mj-ea"/>
              </a:rPr>
              <a:t>当前产能</a:t>
            </a:r>
            <a:endParaRPr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473231" y="2492450"/>
            <a:ext cx="1746134" cy="369332"/>
            <a:chOff x="1092828" y="2320181"/>
            <a:chExt cx="1746134" cy="369332"/>
          </a:xfrm>
        </p:grpSpPr>
        <p:grpSp>
          <p:nvGrpSpPr>
            <p:cNvPr id="115" name="组合 114"/>
            <p:cNvGrpSpPr/>
            <p:nvPr/>
          </p:nvGrpSpPr>
          <p:grpSpPr>
            <a:xfrm>
              <a:off x="1092828" y="2320181"/>
              <a:ext cx="1080000" cy="369332"/>
              <a:chOff x="5869696" y="2927067"/>
              <a:chExt cx="576065" cy="369332"/>
            </a:xfrm>
          </p:grpSpPr>
          <p:sp>
            <p:nvSpPr>
              <p:cNvPr id="117" name="矩形 116"/>
              <p:cNvSpPr/>
              <p:nvPr/>
            </p:nvSpPr>
            <p:spPr>
              <a:xfrm>
                <a:off x="5869696" y="2968253"/>
                <a:ext cx="576065" cy="2869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TextBox 131"/>
              <p:cNvSpPr txBox="1"/>
              <p:nvPr/>
            </p:nvSpPr>
            <p:spPr>
              <a:xfrm>
                <a:off x="5869696" y="2927067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/>
                  <a:t>30</a:t>
                </a:r>
                <a:endParaRPr lang="zh-CN" altLang="en-US" dirty="0"/>
              </a:p>
            </p:txBody>
          </p:sp>
        </p:grpSp>
        <p:sp>
          <p:nvSpPr>
            <p:cNvPr id="116" name="TextBox 115"/>
            <p:cNvSpPr txBox="1"/>
            <p:nvPr/>
          </p:nvSpPr>
          <p:spPr>
            <a:xfrm>
              <a:off x="1950495" y="2350959"/>
              <a:ext cx="8884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+mj-ea"/>
                  <a:ea typeface="+mj-ea"/>
                </a:rPr>
                <a:t>件</a:t>
              </a:r>
              <a:endParaRPr lang="zh-CN" altLang="en-US" sz="1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50" name="组合 149"/>
          <p:cNvGrpSpPr/>
          <p:nvPr/>
        </p:nvGrpSpPr>
        <p:grpSpPr>
          <a:xfrm>
            <a:off x="2473231" y="3733817"/>
            <a:ext cx="1746134" cy="369332"/>
            <a:chOff x="1092828" y="2320181"/>
            <a:chExt cx="1746134" cy="369332"/>
          </a:xfrm>
        </p:grpSpPr>
        <p:grpSp>
          <p:nvGrpSpPr>
            <p:cNvPr id="151" name="组合 150"/>
            <p:cNvGrpSpPr/>
            <p:nvPr/>
          </p:nvGrpSpPr>
          <p:grpSpPr>
            <a:xfrm>
              <a:off x="1092828" y="2320181"/>
              <a:ext cx="1080000" cy="369332"/>
              <a:chOff x="5869696" y="2927067"/>
              <a:chExt cx="576065" cy="369332"/>
            </a:xfrm>
          </p:grpSpPr>
          <p:sp>
            <p:nvSpPr>
              <p:cNvPr id="153" name="矩形 152"/>
              <p:cNvSpPr/>
              <p:nvPr/>
            </p:nvSpPr>
            <p:spPr>
              <a:xfrm>
                <a:off x="5869696" y="2968253"/>
                <a:ext cx="576065" cy="2869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TextBox 153"/>
              <p:cNvSpPr txBox="1"/>
              <p:nvPr/>
            </p:nvSpPr>
            <p:spPr>
              <a:xfrm>
                <a:off x="5869696" y="2927067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/>
                  <a:t>30</a:t>
                </a:r>
                <a:endParaRPr lang="zh-CN" altLang="en-US" dirty="0"/>
              </a:p>
            </p:txBody>
          </p:sp>
        </p:grpSp>
        <p:sp>
          <p:nvSpPr>
            <p:cNvPr id="152" name="TextBox 151"/>
            <p:cNvSpPr txBox="1"/>
            <p:nvPr/>
          </p:nvSpPr>
          <p:spPr>
            <a:xfrm>
              <a:off x="1950495" y="2350959"/>
              <a:ext cx="8884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+mj-ea"/>
                  <a:ea typeface="+mj-ea"/>
                </a:rPr>
                <a:t>件</a:t>
              </a:r>
              <a:endParaRPr lang="zh-CN" altLang="en-US" sz="1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55" name="组合 154"/>
          <p:cNvGrpSpPr/>
          <p:nvPr/>
        </p:nvGrpSpPr>
        <p:grpSpPr>
          <a:xfrm>
            <a:off x="2473231" y="4975185"/>
            <a:ext cx="1746134" cy="369332"/>
            <a:chOff x="1092828" y="2320181"/>
            <a:chExt cx="1746134" cy="369332"/>
          </a:xfrm>
        </p:grpSpPr>
        <p:grpSp>
          <p:nvGrpSpPr>
            <p:cNvPr id="156" name="组合 155"/>
            <p:cNvGrpSpPr/>
            <p:nvPr/>
          </p:nvGrpSpPr>
          <p:grpSpPr>
            <a:xfrm>
              <a:off x="1092828" y="2320181"/>
              <a:ext cx="1080000" cy="369332"/>
              <a:chOff x="5869696" y="2927067"/>
              <a:chExt cx="576065" cy="369332"/>
            </a:xfrm>
          </p:grpSpPr>
          <p:sp>
            <p:nvSpPr>
              <p:cNvPr id="158" name="矩形 157"/>
              <p:cNvSpPr/>
              <p:nvPr/>
            </p:nvSpPr>
            <p:spPr>
              <a:xfrm>
                <a:off x="5869696" y="2968253"/>
                <a:ext cx="576065" cy="2869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TextBox 158"/>
              <p:cNvSpPr txBox="1"/>
              <p:nvPr/>
            </p:nvSpPr>
            <p:spPr>
              <a:xfrm>
                <a:off x="5869696" y="2927067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/>
                  <a:t>30</a:t>
                </a:r>
                <a:endParaRPr lang="zh-CN" altLang="en-US" dirty="0"/>
              </a:p>
            </p:txBody>
          </p:sp>
        </p:grpSp>
        <p:sp>
          <p:nvSpPr>
            <p:cNvPr id="157" name="TextBox 156"/>
            <p:cNvSpPr txBox="1"/>
            <p:nvPr/>
          </p:nvSpPr>
          <p:spPr>
            <a:xfrm>
              <a:off x="1950495" y="2350959"/>
              <a:ext cx="8884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+mj-ea"/>
                  <a:ea typeface="+mj-ea"/>
                </a:rPr>
                <a:t>件</a:t>
              </a:r>
              <a:endParaRPr lang="zh-CN" altLang="en-US" sz="1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65" name="组合 164"/>
          <p:cNvGrpSpPr/>
          <p:nvPr/>
        </p:nvGrpSpPr>
        <p:grpSpPr>
          <a:xfrm>
            <a:off x="4742319" y="3733817"/>
            <a:ext cx="1746134" cy="369332"/>
            <a:chOff x="1092828" y="2320181"/>
            <a:chExt cx="1746134" cy="369332"/>
          </a:xfrm>
        </p:grpSpPr>
        <p:grpSp>
          <p:nvGrpSpPr>
            <p:cNvPr id="166" name="组合 165"/>
            <p:cNvGrpSpPr/>
            <p:nvPr/>
          </p:nvGrpSpPr>
          <p:grpSpPr>
            <a:xfrm>
              <a:off x="1092828" y="2320181"/>
              <a:ext cx="1080000" cy="369332"/>
              <a:chOff x="5869696" y="2927067"/>
              <a:chExt cx="576065" cy="369332"/>
            </a:xfrm>
          </p:grpSpPr>
          <p:sp>
            <p:nvSpPr>
              <p:cNvPr id="168" name="矩形 167"/>
              <p:cNvSpPr/>
              <p:nvPr/>
            </p:nvSpPr>
            <p:spPr>
              <a:xfrm>
                <a:off x="5869696" y="2968253"/>
                <a:ext cx="576065" cy="2869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TextBox 168"/>
              <p:cNvSpPr txBox="1"/>
              <p:nvPr/>
            </p:nvSpPr>
            <p:spPr>
              <a:xfrm>
                <a:off x="5869696" y="2927067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/>
                  <a:t>30</a:t>
                </a:r>
                <a:endParaRPr lang="zh-CN" altLang="en-US" dirty="0"/>
              </a:p>
            </p:txBody>
          </p:sp>
        </p:grpSp>
        <p:sp>
          <p:nvSpPr>
            <p:cNvPr id="167" name="TextBox 166"/>
            <p:cNvSpPr txBox="1"/>
            <p:nvPr/>
          </p:nvSpPr>
          <p:spPr>
            <a:xfrm>
              <a:off x="1950495" y="2350959"/>
              <a:ext cx="8884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+mj-ea"/>
                  <a:ea typeface="+mj-ea"/>
                </a:rPr>
                <a:t>件</a:t>
              </a:r>
              <a:endParaRPr lang="zh-CN" altLang="en-US" sz="1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70" name="组合 169"/>
          <p:cNvGrpSpPr/>
          <p:nvPr/>
        </p:nvGrpSpPr>
        <p:grpSpPr>
          <a:xfrm>
            <a:off x="4742319" y="4975185"/>
            <a:ext cx="1746134" cy="369332"/>
            <a:chOff x="1092828" y="2320181"/>
            <a:chExt cx="1746134" cy="369332"/>
          </a:xfrm>
        </p:grpSpPr>
        <p:grpSp>
          <p:nvGrpSpPr>
            <p:cNvPr id="171" name="组合 170"/>
            <p:cNvGrpSpPr/>
            <p:nvPr/>
          </p:nvGrpSpPr>
          <p:grpSpPr>
            <a:xfrm>
              <a:off x="1092828" y="2320181"/>
              <a:ext cx="1080000" cy="369332"/>
              <a:chOff x="5869696" y="2927067"/>
              <a:chExt cx="576065" cy="369332"/>
            </a:xfrm>
          </p:grpSpPr>
          <p:sp>
            <p:nvSpPr>
              <p:cNvPr id="173" name="矩形 172"/>
              <p:cNvSpPr/>
              <p:nvPr/>
            </p:nvSpPr>
            <p:spPr>
              <a:xfrm>
                <a:off x="5869696" y="2968253"/>
                <a:ext cx="576065" cy="2869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TextBox 173"/>
              <p:cNvSpPr txBox="1"/>
              <p:nvPr/>
            </p:nvSpPr>
            <p:spPr>
              <a:xfrm>
                <a:off x="5869696" y="2927067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/>
                  <a:t>30</a:t>
                </a:r>
                <a:endParaRPr lang="zh-CN" altLang="en-US" dirty="0"/>
              </a:p>
            </p:txBody>
          </p:sp>
        </p:grpSp>
        <p:sp>
          <p:nvSpPr>
            <p:cNvPr id="172" name="TextBox 171"/>
            <p:cNvSpPr txBox="1"/>
            <p:nvPr/>
          </p:nvSpPr>
          <p:spPr>
            <a:xfrm>
              <a:off x="1950495" y="2350959"/>
              <a:ext cx="8884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+mj-ea"/>
                  <a:ea typeface="+mj-ea"/>
                </a:rPr>
                <a:t>件</a:t>
              </a:r>
              <a:endParaRPr lang="zh-CN" altLang="en-US" sz="1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75" name="组合 174"/>
          <p:cNvGrpSpPr/>
          <p:nvPr/>
        </p:nvGrpSpPr>
        <p:grpSpPr>
          <a:xfrm>
            <a:off x="6968106" y="2492450"/>
            <a:ext cx="1746134" cy="369332"/>
            <a:chOff x="1092828" y="2320181"/>
            <a:chExt cx="1746134" cy="369332"/>
          </a:xfrm>
        </p:grpSpPr>
        <p:grpSp>
          <p:nvGrpSpPr>
            <p:cNvPr id="176" name="组合 175"/>
            <p:cNvGrpSpPr/>
            <p:nvPr/>
          </p:nvGrpSpPr>
          <p:grpSpPr>
            <a:xfrm>
              <a:off x="1092828" y="2320181"/>
              <a:ext cx="1080000" cy="369332"/>
              <a:chOff x="5869696" y="2927067"/>
              <a:chExt cx="576065" cy="369332"/>
            </a:xfrm>
          </p:grpSpPr>
          <p:sp>
            <p:nvSpPr>
              <p:cNvPr id="178" name="矩形 177"/>
              <p:cNvSpPr/>
              <p:nvPr/>
            </p:nvSpPr>
            <p:spPr>
              <a:xfrm>
                <a:off x="5869696" y="2968253"/>
                <a:ext cx="576065" cy="2869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TextBox 178"/>
              <p:cNvSpPr txBox="1"/>
              <p:nvPr/>
            </p:nvSpPr>
            <p:spPr>
              <a:xfrm>
                <a:off x="5869696" y="2927067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/>
                  <a:t>30</a:t>
                </a:r>
                <a:endParaRPr lang="zh-CN" altLang="en-US" dirty="0"/>
              </a:p>
            </p:txBody>
          </p:sp>
        </p:grpSp>
        <p:sp>
          <p:nvSpPr>
            <p:cNvPr id="177" name="TextBox 176"/>
            <p:cNvSpPr txBox="1"/>
            <p:nvPr/>
          </p:nvSpPr>
          <p:spPr>
            <a:xfrm>
              <a:off x="1950495" y="2350959"/>
              <a:ext cx="8884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+mj-ea"/>
                  <a:ea typeface="+mj-ea"/>
                </a:rPr>
                <a:t>件</a:t>
              </a:r>
              <a:endParaRPr lang="zh-CN" altLang="en-US" sz="1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80" name="组合 179"/>
          <p:cNvGrpSpPr/>
          <p:nvPr/>
        </p:nvGrpSpPr>
        <p:grpSpPr>
          <a:xfrm>
            <a:off x="6968106" y="3747363"/>
            <a:ext cx="1746134" cy="369332"/>
            <a:chOff x="1092828" y="2320181"/>
            <a:chExt cx="1746134" cy="369332"/>
          </a:xfrm>
        </p:grpSpPr>
        <p:grpSp>
          <p:nvGrpSpPr>
            <p:cNvPr id="181" name="组合 180"/>
            <p:cNvGrpSpPr/>
            <p:nvPr/>
          </p:nvGrpSpPr>
          <p:grpSpPr>
            <a:xfrm>
              <a:off x="1092828" y="2320181"/>
              <a:ext cx="1080000" cy="369332"/>
              <a:chOff x="5869696" y="2927067"/>
              <a:chExt cx="576065" cy="369332"/>
            </a:xfrm>
          </p:grpSpPr>
          <p:sp>
            <p:nvSpPr>
              <p:cNvPr id="183" name="矩形 182"/>
              <p:cNvSpPr/>
              <p:nvPr/>
            </p:nvSpPr>
            <p:spPr>
              <a:xfrm>
                <a:off x="5869696" y="2968253"/>
                <a:ext cx="576065" cy="2869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" name="TextBox 183"/>
              <p:cNvSpPr txBox="1"/>
              <p:nvPr/>
            </p:nvSpPr>
            <p:spPr>
              <a:xfrm>
                <a:off x="5869696" y="2927067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/>
                  <a:t>30</a:t>
                </a:r>
                <a:endParaRPr lang="zh-CN" altLang="en-US" dirty="0"/>
              </a:p>
            </p:txBody>
          </p:sp>
        </p:grpSp>
        <p:sp>
          <p:nvSpPr>
            <p:cNvPr id="182" name="TextBox 181"/>
            <p:cNvSpPr txBox="1"/>
            <p:nvPr/>
          </p:nvSpPr>
          <p:spPr>
            <a:xfrm>
              <a:off x="1950495" y="2350959"/>
              <a:ext cx="8884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+mj-ea"/>
                  <a:ea typeface="+mj-ea"/>
                </a:rPr>
                <a:t>件</a:t>
              </a:r>
              <a:endParaRPr lang="zh-CN" altLang="en-US" sz="1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85" name="组合 184"/>
          <p:cNvGrpSpPr/>
          <p:nvPr/>
        </p:nvGrpSpPr>
        <p:grpSpPr>
          <a:xfrm>
            <a:off x="9219745" y="3747363"/>
            <a:ext cx="1746134" cy="369332"/>
            <a:chOff x="1092828" y="2320181"/>
            <a:chExt cx="1746134" cy="369332"/>
          </a:xfrm>
        </p:grpSpPr>
        <p:grpSp>
          <p:nvGrpSpPr>
            <p:cNvPr id="186" name="组合 185"/>
            <p:cNvGrpSpPr/>
            <p:nvPr/>
          </p:nvGrpSpPr>
          <p:grpSpPr>
            <a:xfrm>
              <a:off x="1092828" y="2320181"/>
              <a:ext cx="1080000" cy="369332"/>
              <a:chOff x="5869696" y="2927067"/>
              <a:chExt cx="576065" cy="369332"/>
            </a:xfrm>
          </p:grpSpPr>
          <p:sp>
            <p:nvSpPr>
              <p:cNvPr id="188" name="矩形 187"/>
              <p:cNvSpPr/>
              <p:nvPr/>
            </p:nvSpPr>
            <p:spPr>
              <a:xfrm>
                <a:off x="5869696" y="2968253"/>
                <a:ext cx="576065" cy="2869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" name="TextBox 188"/>
              <p:cNvSpPr txBox="1"/>
              <p:nvPr/>
            </p:nvSpPr>
            <p:spPr>
              <a:xfrm>
                <a:off x="5869696" y="2927067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/>
                  <a:t>30</a:t>
                </a:r>
                <a:endParaRPr lang="zh-CN" altLang="en-US" dirty="0"/>
              </a:p>
            </p:txBody>
          </p:sp>
        </p:grpSp>
        <p:sp>
          <p:nvSpPr>
            <p:cNvPr id="187" name="TextBox 186"/>
            <p:cNvSpPr txBox="1"/>
            <p:nvPr/>
          </p:nvSpPr>
          <p:spPr>
            <a:xfrm>
              <a:off x="1950495" y="2350959"/>
              <a:ext cx="8884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+mj-ea"/>
                  <a:ea typeface="+mj-ea"/>
                </a:rPr>
                <a:t>件</a:t>
              </a:r>
              <a:endParaRPr lang="zh-CN" altLang="en-US" sz="14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8603523"/>
      </p:ext>
    </p:extLst>
  </p:cSld>
  <p:clrMapOvr>
    <a:masterClrMapping/>
  </p:clrMapOvr>
  <p:transition spd="slow" advTm="30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39222" y="920232"/>
            <a:ext cx="11155212" cy="5832648"/>
          </a:xfrm>
          <a:prstGeom prst="rect">
            <a:avLst/>
          </a:prstGeom>
          <a:gradFill>
            <a:gsLst>
              <a:gs pos="53000">
                <a:srgbClr val="575D5E">
                  <a:lumMod val="60000"/>
                </a:srgbClr>
              </a:gs>
              <a:gs pos="10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11396570" y="6946165"/>
            <a:ext cx="1459713" cy="143978"/>
          </a:xfrm>
          <a:prstGeom prst="rect">
            <a:avLst/>
          </a:prstGeom>
          <a:solidFill>
            <a:srgbClr val="01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5" tIns="45706" rIns="91415" bIns="457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/>
          </a:p>
        </p:txBody>
      </p:sp>
      <p:sp>
        <p:nvSpPr>
          <p:cNvPr id="126" name="任意多边形 125"/>
          <p:cNvSpPr/>
          <p:nvPr/>
        </p:nvSpPr>
        <p:spPr>
          <a:xfrm>
            <a:off x="-14688" y="211521"/>
            <a:ext cx="1090870" cy="708711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01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grpSp>
        <p:nvGrpSpPr>
          <p:cNvPr id="127" name="组合 126"/>
          <p:cNvGrpSpPr/>
          <p:nvPr/>
        </p:nvGrpSpPr>
        <p:grpSpPr>
          <a:xfrm>
            <a:off x="512986" y="352762"/>
            <a:ext cx="426236" cy="42623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8" name="同心圆 12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697">
                <a:defRPr/>
              </a:pPr>
              <a:endParaRPr lang="zh-CN" altLang="en-US" sz="2531" kern="0">
                <a:solidFill>
                  <a:sysClr val="windowText" lastClr="000000"/>
                </a:solidFill>
                <a:latin typeface="Calibri"/>
                <a:ea typeface="宋体"/>
              </a:endParaRPr>
            </a:p>
          </p:txBody>
        </p:sp>
        <p:sp>
          <p:nvSpPr>
            <p:cNvPr id="129" name="椭圆 128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697">
                <a:defRPr/>
              </a:pPr>
              <a:endParaRPr lang="zh-CN" altLang="en-US" sz="2531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sp>
        <p:nvSpPr>
          <p:cNvPr id="48" name="文本框 32">
            <a:extLst>
              <a:ext uri="{FF2B5EF4-FFF2-40B4-BE49-F238E27FC236}">
                <a16:creationId xmlns:a16="http://schemas.microsoft.com/office/drawing/2014/main" xmlns="" id="{97A9D0A4-9B1E-5E05-68D8-A93F510309E6}"/>
              </a:ext>
            </a:extLst>
          </p:cNvPr>
          <p:cNvSpPr txBox="1"/>
          <p:nvPr/>
        </p:nvSpPr>
        <p:spPr>
          <a:xfrm>
            <a:off x="1126443" y="362064"/>
            <a:ext cx="3959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界面</a:t>
            </a:r>
            <a:r>
              <a:rPr lang="en-US" altLang="zh-CN" sz="2400" b="1" dirty="0" smtClean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</a:t>
            </a:r>
            <a:r>
              <a:rPr lang="zh-CN" altLang="en-US" sz="2400" b="1" dirty="0" smtClean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用户设置</a:t>
            </a:r>
            <a:endParaRPr lang="zh-CN" altLang="en-US" sz="2400" b="1" dirty="0">
              <a:solidFill>
                <a:schemeClr val="tx2"/>
              </a:solidFill>
              <a:latin typeface="Franklin Gothic Book" panose="020B05030201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979952" y="946793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微软雅黑 Light" pitchFamily="34" charset="-122"/>
                <a:ea typeface="微软雅黑 Light" pitchFamily="34" charset="-122"/>
              </a:rPr>
              <a:t>产</a:t>
            </a:r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 Light" pitchFamily="34" charset="-122"/>
                <a:ea typeface="微软雅黑 Light" pitchFamily="34" charset="-122"/>
              </a:rPr>
              <a:t>线名称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latin typeface="微软雅黑 Light" pitchFamily="34" charset="-122"/>
                <a:ea typeface="微软雅黑 Light" pitchFamily="34" charset="-122"/>
              </a:rPr>
              <a:t>—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微软雅黑 Light" pitchFamily="34" charset="-122"/>
              <a:ea typeface="微软雅黑 Light" pitchFamily="3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549055" y="2978777"/>
            <a:ext cx="1748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 smtClean="0">
                <a:solidFill>
                  <a:schemeClr val="bg1"/>
                </a:solidFill>
                <a:latin typeface="+mj-ea"/>
                <a:ea typeface="+mj-ea"/>
              </a:rPr>
              <a:t>换刀件数设定：</a:t>
            </a:r>
            <a:endParaRPr lang="zh-CN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3549055" y="2217117"/>
            <a:ext cx="1748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</a:rPr>
              <a:t>产</a:t>
            </a:r>
            <a:r>
              <a:rPr lang="zh-CN" altLang="en-US" b="1" dirty="0" smtClean="0">
                <a:solidFill>
                  <a:schemeClr val="bg1"/>
                </a:solidFill>
                <a:latin typeface="+mj-ea"/>
                <a:ea typeface="+mj-ea"/>
              </a:rPr>
              <a:t>能设定：</a:t>
            </a:r>
            <a:endParaRPr lang="zh-CN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023563" y="2217117"/>
            <a:ext cx="3272754" cy="369332"/>
            <a:chOff x="5459774" y="3432608"/>
            <a:chExt cx="3272754" cy="369332"/>
          </a:xfrm>
        </p:grpSpPr>
        <p:sp>
          <p:nvSpPr>
            <p:cNvPr id="69" name="矩形 68"/>
            <p:cNvSpPr/>
            <p:nvPr/>
          </p:nvSpPr>
          <p:spPr>
            <a:xfrm>
              <a:off x="5459774" y="3473794"/>
              <a:ext cx="2468922" cy="2869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ea"/>
                <a:ea typeface="+mj-ea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722127" y="3432608"/>
              <a:ext cx="1944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>
                  <a:latin typeface="+mj-ea"/>
                  <a:ea typeface="+mj-ea"/>
                </a:rPr>
                <a:t>人工录入</a:t>
              </a:r>
              <a:endParaRPr lang="zh-CN" altLang="en-US" b="1" dirty="0">
                <a:latin typeface="+mj-ea"/>
                <a:ea typeface="+mj-ea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013551" y="3432608"/>
              <a:ext cx="7189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chemeClr val="bg1"/>
                  </a:solidFill>
                  <a:latin typeface="+mj-ea"/>
                  <a:ea typeface="+mj-ea"/>
                </a:rPr>
                <a:t>件</a:t>
              </a:r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3549055" y="3751049"/>
            <a:ext cx="1748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 smtClean="0">
                <a:solidFill>
                  <a:schemeClr val="bg1"/>
                </a:solidFill>
                <a:latin typeface="+mj-ea"/>
                <a:ea typeface="+mj-ea"/>
              </a:rPr>
              <a:t>抽检间隔设定：</a:t>
            </a:r>
            <a:endParaRPr lang="zh-CN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6023563" y="2974261"/>
            <a:ext cx="3272754" cy="369332"/>
            <a:chOff x="5459774" y="3432608"/>
            <a:chExt cx="3272754" cy="369332"/>
          </a:xfrm>
        </p:grpSpPr>
        <p:sp>
          <p:nvSpPr>
            <p:cNvPr id="79" name="矩形 78"/>
            <p:cNvSpPr/>
            <p:nvPr/>
          </p:nvSpPr>
          <p:spPr>
            <a:xfrm>
              <a:off x="5459774" y="3473794"/>
              <a:ext cx="2468922" cy="2869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ea"/>
                <a:ea typeface="+mj-ea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722127" y="3432608"/>
              <a:ext cx="1944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>
                  <a:latin typeface="+mj-ea"/>
                  <a:ea typeface="+mj-ea"/>
                </a:rPr>
                <a:t>人工录入</a:t>
              </a:r>
              <a:endParaRPr lang="zh-CN" altLang="en-US" b="1" dirty="0">
                <a:latin typeface="+mj-ea"/>
                <a:ea typeface="+mj-ea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8013551" y="3432608"/>
              <a:ext cx="7189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chemeClr val="bg1"/>
                  </a:solidFill>
                  <a:latin typeface="+mj-ea"/>
                  <a:ea typeface="+mj-ea"/>
                </a:rPr>
                <a:t>件</a:t>
              </a:r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6023563" y="3731405"/>
            <a:ext cx="3272754" cy="369332"/>
            <a:chOff x="5459774" y="3432608"/>
            <a:chExt cx="3272754" cy="369332"/>
          </a:xfrm>
        </p:grpSpPr>
        <p:sp>
          <p:nvSpPr>
            <p:cNvPr id="83" name="矩形 82"/>
            <p:cNvSpPr/>
            <p:nvPr/>
          </p:nvSpPr>
          <p:spPr>
            <a:xfrm>
              <a:off x="5459774" y="3473794"/>
              <a:ext cx="2468922" cy="2869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j-ea"/>
                <a:ea typeface="+mj-ea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722127" y="3432608"/>
              <a:ext cx="1944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>
                  <a:latin typeface="+mj-ea"/>
                  <a:ea typeface="+mj-ea"/>
                </a:rPr>
                <a:t>人工录入</a:t>
              </a:r>
              <a:endParaRPr lang="zh-CN" altLang="en-US" b="1" dirty="0">
                <a:latin typeface="+mj-ea"/>
                <a:ea typeface="+mj-ea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8013551" y="3432608"/>
              <a:ext cx="7189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chemeClr val="bg1"/>
                  </a:solidFill>
                  <a:latin typeface="+mj-ea"/>
                  <a:ea typeface="+mj-ea"/>
                </a:rPr>
                <a:t>件</a:t>
              </a:r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3665373"/>
      </p:ext>
    </p:extLst>
  </p:cSld>
  <p:clrMapOvr>
    <a:masterClrMapping/>
  </p:clrMapOvr>
  <p:transition spd="slow" advTm="30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39222" y="920232"/>
            <a:ext cx="11155212" cy="5832648"/>
          </a:xfrm>
          <a:prstGeom prst="rect">
            <a:avLst/>
          </a:prstGeom>
          <a:gradFill>
            <a:gsLst>
              <a:gs pos="53000">
                <a:srgbClr val="575D5E">
                  <a:lumMod val="60000"/>
                </a:srgbClr>
              </a:gs>
              <a:gs pos="10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11396570" y="6946165"/>
            <a:ext cx="1459713" cy="143978"/>
          </a:xfrm>
          <a:prstGeom prst="rect">
            <a:avLst/>
          </a:prstGeom>
          <a:solidFill>
            <a:srgbClr val="01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5" tIns="45706" rIns="91415" bIns="457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/>
          </a:p>
        </p:txBody>
      </p:sp>
      <p:sp>
        <p:nvSpPr>
          <p:cNvPr id="126" name="任意多边形 125"/>
          <p:cNvSpPr/>
          <p:nvPr/>
        </p:nvSpPr>
        <p:spPr>
          <a:xfrm>
            <a:off x="-14688" y="211521"/>
            <a:ext cx="1090870" cy="708711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01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grpSp>
        <p:nvGrpSpPr>
          <p:cNvPr id="127" name="组合 126"/>
          <p:cNvGrpSpPr/>
          <p:nvPr/>
        </p:nvGrpSpPr>
        <p:grpSpPr>
          <a:xfrm>
            <a:off x="512986" y="352762"/>
            <a:ext cx="426236" cy="42623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8" name="同心圆 12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697">
                <a:defRPr/>
              </a:pPr>
              <a:endParaRPr lang="zh-CN" altLang="en-US" sz="2531" kern="0">
                <a:solidFill>
                  <a:sysClr val="windowText" lastClr="000000"/>
                </a:solidFill>
                <a:latin typeface="Calibri"/>
                <a:ea typeface="宋体"/>
              </a:endParaRPr>
            </a:p>
          </p:txBody>
        </p:sp>
        <p:sp>
          <p:nvSpPr>
            <p:cNvPr id="129" name="椭圆 128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697">
                <a:defRPr/>
              </a:pPr>
              <a:endParaRPr lang="zh-CN" altLang="en-US" sz="2531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sp>
        <p:nvSpPr>
          <p:cNvPr id="48" name="文本框 32">
            <a:extLst>
              <a:ext uri="{FF2B5EF4-FFF2-40B4-BE49-F238E27FC236}">
                <a16:creationId xmlns:a16="http://schemas.microsoft.com/office/drawing/2014/main" xmlns="" id="{97A9D0A4-9B1E-5E05-68D8-A93F510309E6}"/>
              </a:ext>
            </a:extLst>
          </p:cNvPr>
          <p:cNvSpPr txBox="1"/>
          <p:nvPr/>
        </p:nvSpPr>
        <p:spPr>
          <a:xfrm>
            <a:off x="1126443" y="362064"/>
            <a:ext cx="3959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界面</a:t>
            </a:r>
            <a:r>
              <a:rPr lang="en-US" altLang="zh-CN" sz="2400" b="1" dirty="0" smtClean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</a:t>
            </a:r>
            <a:r>
              <a:rPr lang="zh-CN" altLang="en-US" sz="2400" b="1" dirty="0" smtClean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报警</a:t>
            </a:r>
            <a:endParaRPr lang="zh-CN" altLang="en-US" sz="2400" b="1" dirty="0">
              <a:solidFill>
                <a:schemeClr val="tx2"/>
              </a:solidFill>
              <a:latin typeface="Franklin Gothic Book" panose="020B05030201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979952" y="946793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微软雅黑 Light" pitchFamily="34" charset="-122"/>
                <a:ea typeface="微软雅黑 Light" pitchFamily="34" charset="-122"/>
              </a:rPr>
              <a:t>产</a:t>
            </a:r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 Light" pitchFamily="34" charset="-122"/>
                <a:ea typeface="微软雅黑 Light" pitchFamily="34" charset="-122"/>
              </a:rPr>
              <a:t>线名称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latin typeface="微软雅黑 Light" pitchFamily="34" charset="-122"/>
                <a:ea typeface="微软雅黑 Light" pitchFamily="34" charset="-122"/>
              </a:rPr>
              <a:t>—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微软雅黑 Light" pitchFamily="34" charset="-122"/>
              <a:ea typeface="微软雅黑 Light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828975" y="1600101"/>
            <a:ext cx="7200800" cy="427964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8" name="组合 37"/>
          <p:cNvGrpSpPr/>
          <p:nvPr/>
        </p:nvGrpSpPr>
        <p:grpSpPr>
          <a:xfrm>
            <a:off x="3083635" y="3288022"/>
            <a:ext cx="4302478" cy="307777"/>
            <a:chOff x="7527497" y="4264397"/>
            <a:chExt cx="4302478" cy="307777"/>
          </a:xfrm>
        </p:grpSpPr>
        <p:sp>
          <p:nvSpPr>
            <p:cNvPr id="45" name="TextBox 44"/>
            <p:cNvSpPr txBox="1"/>
            <p:nvPr/>
          </p:nvSpPr>
          <p:spPr>
            <a:xfrm>
              <a:off x="7581503" y="4264397"/>
              <a:ext cx="4248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solidFill>
                    <a:schemeClr val="bg1"/>
                  </a:solidFill>
                  <a:latin typeface="+mn-ea"/>
                  <a:ea typeface="+mn-ea"/>
                </a:rPr>
                <a:t>0001-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+mn-ea"/>
                  <a:ea typeface="+mn-ea"/>
                </a:rPr>
                <a:t>提示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+mn-ea"/>
                  <a:ea typeface="+mn-ea"/>
                </a:rPr>
                <a:t>—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+mn-ea"/>
                  <a:ea typeface="+mn-ea"/>
                </a:rPr>
                <a:t>代码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+mn-ea"/>
                  <a:ea typeface="+mn-ea"/>
                </a:rPr>
                <a:t>—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+mn-ea"/>
                  <a:ea typeface="+mn-ea"/>
                </a:rPr>
                <a:t>内容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+mn-ea"/>
                  <a:ea typeface="+mn-ea"/>
                </a:rPr>
                <a:t>—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+mn-ea"/>
                  <a:ea typeface="+mn-ea"/>
                </a:rPr>
                <a:t>时间</a:t>
              </a:r>
              <a:endParaRPr lang="zh-CN" altLang="en-US" sz="14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7527497" y="4364279"/>
              <a:ext cx="108012" cy="108012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083635" y="2777144"/>
            <a:ext cx="4302478" cy="307777"/>
            <a:chOff x="7527497" y="4560125"/>
            <a:chExt cx="4302478" cy="307777"/>
          </a:xfrm>
        </p:grpSpPr>
        <p:sp>
          <p:nvSpPr>
            <p:cNvPr id="43" name="TextBox 42"/>
            <p:cNvSpPr txBox="1"/>
            <p:nvPr/>
          </p:nvSpPr>
          <p:spPr>
            <a:xfrm>
              <a:off x="7581503" y="4560125"/>
              <a:ext cx="4248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solidFill>
                    <a:srgbClr val="FFC000"/>
                  </a:solidFill>
                  <a:latin typeface="+mn-ea"/>
                  <a:ea typeface="+mn-ea"/>
                </a:rPr>
                <a:t>0002-</a:t>
              </a:r>
              <a:r>
                <a:rPr lang="zh-CN" altLang="en-US" sz="1400" dirty="0" smtClean="0">
                  <a:solidFill>
                    <a:srgbClr val="FFC000"/>
                  </a:solidFill>
                  <a:latin typeface="+mn-ea"/>
                  <a:ea typeface="+mn-ea"/>
                </a:rPr>
                <a:t>警示</a:t>
              </a:r>
              <a:r>
                <a:rPr lang="en-US" altLang="zh-CN" sz="1400" dirty="0" smtClean="0">
                  <a:solidFill>
                    <a:srgbClr val="FFC000"/>
                  </a:solidFill>
                  <a:latin typeface="+mn-ea"/>
                  <a:ea typeface="+mn-ea"/>
                </a:rPr>
                <a:t>—</a:t>
              </a:r>
              <a:r>
                <a:rPr lang="zh-CN" altLang="en-US" sz="1400" dirty="0" smtClean="0">
                  <a:solidFill>
                    <a:srgbClr val="FFC000"/>
                  </a:solidFill>
                  <a:latin typeface="+mn-ea"/>
                  <a:ea typeface="+mn-ea"/>
                </a:rPr>
                <a:t>代码</a:t>
              </a:r>
              <a:r>
                <a:rPr lang="en-US" altLang="zh-CN" sz="1400" dirty="0" smtClean="0">
                  <a:solidFill>
                    <a:srgbClr val="FFC000"/>
                  </a:solidFill>
                  <a:latin typeface="+mn-ea"/>
                  <a:ea typeface="+mn-ea"/>
                </a:rPr>
                <a:t>—</a:t>
              </a:r>
              <a:r>
                <a:rPr lang="zh-CN" altLang="en-US" sz="1400" dirty="0" smtClean="0">
                  <a:solidFill>
                    <a:srgbClr val="FFC000"/>
                  </a:solidFill>
                  <a:latin typeface="+mn-ea"/>
                  <a:ea typeface="+mn-ea"/>
                </a:rPr>
                <a:t>内容</a:t>
              </a:r>
              <a:r>
                <a:rPr lang="en-US" altLang="zh-CN" sz="1400" dirty="0" smtClean="0">
                  <a:solidFill>
                    <a:srgbClr val="FFC000"/>
                  </a:solidFill>
                  <a:latin typeface="+mn-ea"/>
                  <a:ea typeface="+mn-ea"/>
                </a:rPr>
                <a:t>—</a:t>
              </a:r>
              <a:r>
                <a:rPr lang="zh-CN" altLang="en-US" sz="1400" dirty="0" smtClean="0">
                  <a:solidFill>
                    <a:srgbClr val="FFC000"/>
                  </a:solidFill>
                  <a:latin typeface="+mn-ea"/>
                  <a:ea typeface="+mn-ea"/>
                </a:rPr>
                <a:t>时间</a:t>
              </a:r>
              <a:endParaRPr lang="zh-CN" altLang="en-US" sz="1400" dirty="0">
                <a:solidFill>
                  <a:srgbClr val="FFC000"/>
                </a:solidFill>
                <a:latin typeface="+mn-ea"/>
                <a:ea typeface="+mn-ea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7527497" y="4660007"/>
              <a:ext cx="108012" cy="108012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083635" y="2266266"/>
            <a:ext cx="4302478" cy="307777"/>
            <a:chOff x="7527497" y="4912469"/>
            <a:chExt cx="4302478" cy="307777"/>
          </a:xfrm>
        </p:grpSpPr>
        <p:sp>
          <p:nvSpPr>
            <p:cNvPr id="41" name="TextBox 40"/>
            <p:cNvSpPr txBox="1"/>
            <p:nvPr/>
          </p:nvSpPr>
          <p:spPr>
            <a:xfrm>
              <a:off x="7581503" y="4912469"/>
              <a:ext cx="4248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solidFill>
                    <a:srgbClr val="FF0000"/>
                  </a:solidFill>
                  <a:latin typeface="+mn-ea"/>
                  <a:ea typeface="+mn-ea"/>
                </a:rPr>
                <a:t>0003-</a:t>
              </a:r>
              <a:r>
                <a:rPr lang="zh-CN" altLang="en-US" sz="1400" dirty="0" smtClean="0">
                  <a:solidFill>
                    <a:srgbClr val="FF0000"/>
                  </a:solidFill>
                  <a:latin typeface="+mn-ea"/>
                  <a:ea typeface="+mn-ea"/>
                </a:rPr>
                <a:t>报警</a:t>
              </a:r>
              <a:r>
                <a:rPr lang="en-US" altLang="zh-CN" sz="1400" dirty="0" smtClean="0">
                  <a:solidFill>
                    <a:srgbClr val="FF0000"/>
                  </a:solidFill>
                  <a:latin typeface="+mn-ea"/>
                  <a:ea typeface="+mn-ea"/>
                </a:rPr>
                <a:t>—</a:t>
              </a:r>
              <a:r>
                <a:rPr lang="zh-CN" altLang="en-US" sz="1400" dirty="0" smtClean="0">
                  <a:solidFill>
                    <a:srgbClr val="FF0000"/>
                  </a:solidFill>
                  <a:latin typeface="+mn-ea"/>
                  <a:ea typeface="+mn-ea"/>
                </a:rPr>
                <a:t>代码</a:t>
              </a:r>
              <a:r>
                <a:rPr lang="en-US" altLang="zh-CN" sz="1400" dirty="0" smtClean="0">
                  <a:solidFill>
                    <a:srgbClr val="FF0000"/>
                  </a:solidFill>
                  <a:latin typeface="+mn-ea"/>
                  <a:ea typeface="+mn-ea"/>
                </a:rPr>
                <a:t>—</a:t>
              </a:r>
              <a:r>
                <a:rPr lang="zh-CN" altLang="en-US" sz="1400" dirty="0" smtClean="0">
                  <a:solidFill>
                    <a:srgbClr val="FF0000"/>
                  </a:solidFill>
                  <a:latin typeface="+mn-ea"/>
                  <a:ea typeface="+mn-ea"/>
                </a:rPr>
                <a:t>内容</a:t>
              </a:r>
              <a:r>
                <a:rPr lang="en-US" altLang="zh-CN" sz="1400" dirty="0" smtClean="0">
                  <a:solidFill>
                    <a:srgbClr val="FF0000"/>
                  </a:solidFill>
                  <a:latin typeface="+mn-ea"/>
                  <a:ea typeface="+mn-ea"/>
                </a:rPr>
                <a:t>—</a:t>
              </a:r>
              <a:r>
                <a:rPr lang="zh-CN" altLang="en-US" sz="1400" dirty="0" smtClean="0">
                  <a:solidFill>
                    <a:srgbClr val="FF0000"/>
                  </a:solidFill>
                  <a:latin typeface="+mn-ea"/>
                  <a:ea typeface="+mn-ea"/>
                </a:rPr>
                <a:t>时间</a:t>
              </a:r>
              <a:endParaRPr lang="zh-CN" altLang="en-US" sz="14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7527497" y="5012351"/>
              <a:ext cx="108012" cy="10801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103447"/>
      </p:ext>
    </p:extLst>
  </p:cSld>
  <p:clrMapOvr>
    <a:masterClrMapping/>
  </p:clrMapOvr>
  <p:transition spd="slow" advTm="30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39222" y="920232"/>
            <a:ext cx="11155212" cy="5832648"/>
          </a:xfrm>
          <a:prstGeom prst="rect">
            <a:avLst/>
          </a:prstGeom>
          <a:gradFill>
            <a:gsLst>
              <a:gs pos="53000">
                <a:srgbClr val="575D5E">
                  <a:lumMod val="60000"/>
                </a:srgbClr>
              </a:gs>
              <a:gs pos="10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11396570" y="6946165"/>
            <a:ext cx="1459713" cy="143978"/>
          </a:xfrm>
          <a:prstGeom prst="rect">
            <a:avLst/>
          </a:prstGeom>
          <a:solidFill>
            <a:srgbClr val="01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5" tIns="45706" rIns="91415" bIns="457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/>
          </a:p>
        </p:txBody>
      </p:sp>
      <p:sp>
        <p:nvSpPr>
          <p:cNvPr id="126" name="任意多边形 125"/>
          <p:cNvSpPr/>
          <p:nvPr/>
        </p:nvSpPr>
        <p:spPr>
          <a:xfrm>
            <a:off x="-14688" y="211521"/>
            <a:ext cx="1090870" cy="708711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01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grpSp>
        <p:nvGrpSpPr>
          <p:cNvPr id="127" name="组合 126"/>
          <p:cNvGrpSpPr/>
          <p:nvPr/>
        </p:nvGrpSpPr>
        <p:grpSpPr>
          <a:xfrm>
            <a:off x="512986" y="352762"/>
            <a:ext cx="426236" cy="42623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8" name="同心圆 12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697">
                <a:defRPr/>
              </a:pPr>
              <a:endParaRPr lang="zh-CN" altLang="en-US" sz="2531" kern="0">
                <a:solidFill>
                  <a:sysClr val="windowText" lastClr="000000"/>
                </a:solidFill>
                <a:latin typeface="Calibri"/>
                <a:ea typeface="宋体"/>
              </a:endParaRPr>
            </a:p>
          </p:txBody>
        </p:sp>
        <p:sp>
          <p:nvSpPr>
            <p:cNvPr id="129" name="椭圆 128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85697">
                <a:defRPr/>
              </a:pPr>
              <a:endParaRPr lang="zh-CN" altLang="en-US" sz="2531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sp>
        <p:nvSpPr>
          <p:cNvPr id="48" name="文本框 32">
            <a:extLst>
              <a:ext uri="{FF2B5EF4-FFF2-40B4-BE49-F238E27FC236}">
                <a16:creationId xmlns:a16="http://schemas.microsoft.com/office/drawing/2014/main" xmlns="" id="{97A9D0A4-9B1E-5E05-68D8-A93F510309E6}"/>
              </a:ext>
            </a:extLst>
          </p:cNvPr>
          <p:cNvSpPr txBox="1"/>
          <p:nvPr/>
        </p:nvSpPr>
        <p:spPr>
          <a:xfrm>
            <a:off x="1126443" y="362064"/>
            <a:ext cx="3959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界面</a:t>
            </a:r>
            <a:r>
              <a:rPr lang="en-US" altLang="zh-CN" sz="2400" b="1" dirty="0" smtClean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</a:t>
            </a:r>
            <a:r>
              <a:rPr lang="zh-CN" altLang="en-US" sz="2400" b="1" dirty="0" smtClean="0">
                <a:solidFill>
                  <a:schemeClr val="tx2"/>
                </a:solidFill>
                <a:latin typeface="Franklin Gothic Book" panose="020B05030201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历史记录</a:t>
            </a:r>
            <a:endParaRPr lang="zh-CN" altLang="en-US" sz="2400" b="1" dirty="0">
              <a:solidFill>
                <a:schemeClr val="tx2"/>
              </a:solidFill>
              <a:latin typeface="Franklin Gothic Book" panose="020B05030201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979952" y="946793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微软雅黑 Light" pitchFamily="34" charset="-122"/>
                <a:ea typeface="微软雅黑 Light" pitchFamily="34" charset="-122"/>
              </a:rPr>
              <a:t>产</a:t>
            </a:r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 Light" pitchFamily="34" charset="-122"/>
                <a:ea typeface="微软雅黑 Light" pitchFamily="34" charset="-122"/>
              </a:rPr>
              <a:t>线名称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latin typeface="微软雅黑 Light" pitchFamily="34" charset="-122"/>
                <a:ea typeface="微软雅黑 Light" pitchFamily="34" charset="-122"/>
              </a:rPr>
              <a:t>—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微软雅黑 Light" pitchFamily="34" charset="-122"/>
              <a:ea typeface="微软雅黑 Light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828975" y="1600101"/>
            <a:ext cx="7200800" cy="427964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8" name="组合 37"/>
          <p:cNvGrpSpPr/>
          <p:nvPr/>
        </p:nvGrpSpPr>
        <p:grpSpPr>
          <a:xfrm>
            <a:off x="3083635" y="3288022"/>
            <a:ext cx="4302478" cy="307777"/>
            <a:chOff x="7527497" y="4264397"/>
            <a:chExt cx="4302478" cy="307777"/>
          </a:xfrm>
        </p:grpSpPr>
        <p:sp>
          <p:nvSpPr>
            <p:cNvPr id="45" name="TextBox 44"/>
            <p:cNvSpPr txBox="1"/>
            <p:nvPr/>
          </p:nvSpPr>
          <p:spPr>
            <a:xfrm>
              <a:off x="7581503" y="4264397"/>
              <a:ext cx="4248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solidFill>
                    <a:schemeClr val="bg1"/>
                  </a:solidFill>
                  <a:latin typeface="+mn-ea"/>
                  <a:ea typeface="+mn-ea"/>
                </a:rPr>
                <a:t>0001-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+mn-ea"/>
                  <a:ea typeface="+mn-ea"/>
                </a:rPr>
                <a:t>抽检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+mn-ea"/>
                  <a:ea typeface="+mn-ea"/>
                </a:rPr>
                <a:t>—2026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+mn-ea"/>
                  <a:ea typeface="+mn-ea"/>
                </a:rPr>
                <a:t>年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+mn-ea"/>
                  <a:ea typeface="+mn-ea"/>
                </a:rPr>
                <a:t>7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+mn-ea"/>
                  <a:ea typeface="+mn-ea"/>
                </a:rPr>
                <a:t>月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+mn-ea"/>
                  <a:ea typeface="+mn-ea"/>
                </a:rPr>
                <a:t>19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+mn-ea"/>
                  <a:ea typeface="+mn-ea"/>
                </a:rPr>
                <a:t>日</a:t>
              </a:r>
              <a:endParaRPr lang="zh-CN" altLang="en-US" sz="14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7527497" y="4364279"/>
              <a:ext cx="108012" cy="108012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083635" y="2777144"/>
            <a:ext cx="4302478" cy="307777"/>
            <a:chOff x="7527497" y="4560125"/>
            <a:chExt cx="4302478" cy="307777"/>
          </a:xfrm>
        </p:grpSpPr>
        <p:sp>
          <p:nvSpPr>
            <p:cNvPr id="43" name="TextBox 42"/>
            <p:cNvSpPr txBox="1"/>
            <p:nvPr/>
          </p:nvSpPr>
          <p:spPr>
            <a:xfrm>
              <a:off x="7581503" y="4560125"/>
              <a:ext cx="4248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solidFill>
                    <a:srgbClr val="FFFFFF"/>
                  </a:solidFill>
                  <a:latin typeface="+mn-ea"/>
                  <a:ea typeface="+mn-ea"/>
                </a:rPr>
                <a:t>0002-X</a:t>
              </a:r>
              <a:r>
                <a:rPr lang="zh-CN" altLang="en-US" sz="1400" dirty="0" smtClean="0">
                  <a:solidFill>
                    <a:srgbClr val="FFFFFF"/>
                  </a:solidFill>
                  <a:latin typeface="+mn-ea"/>
                  <a:ea typeface="+mn-ea"/>
                </a:rPr>
                <a:t>按钮急停</a:t>
              </a:r>
              <a:r>
                <a:rPr lang="en-US" altLang="zh-CN" sz="1400" dirty="0" smtClean="0">
                  <a:solidFill>
                    <a:srgbClr val="FFFFFF"/>
                  </a:solidFill>
                  <a:latin typeface="+mn-ea"/>
                  <a:ea typeface="+mn-ea"/>
                </a:rPr>
                <a:t>—2026</a:t>
              </a:r>
              <a:r>
                <a:rPr lang="zh-CN" altLang="en-US" sz="1400" dirty="0" smtClean="0">
                  <a:solidFill>
                    <a:srgbClr val="FFFFFF"/>
                  </a:solidFill>
                  <a:latin typeface="+mn-ea"/>
                  <a:ea typeface="+mn-ea"/>
                </a:rPr>
                <a:t>年</a:t>
              </a:r>
              <a:r>
                <a:rPr lang="en-US" altLang="zh-CN" sz="1400" dirty="0" smtClean="0">
                  <a:solidFill>
                    <a:srgbClr val="FFFFFF"/>
                  </a:solidFill>
                  <a:latin typeface="+mn-ea"/>
                  <a:ea typeface="+mn-ea"/>
                </a:rPr>
                <a:t>7</a:t>
              </a:r>
              <a:r>
                <a:rPr lang="zh-CN" altLang="en-US" sz="1400" dirty="0" smtClean="0">
                  <a:solidFill>
                    <a:srgbClr val="FFFFFF"/>
                  </a:solidFill>
                  <a:latin typeface="+mn-ea"/>
                  <a:ea typeface="+mn-ea"/>
                </a:rPr>
                <a:t>月</a:t>
              </a:r>
              <a:r>
                <a:rPr lang="en-US" altLang="zh-CN" sz="1400" dirty="0" smtClean="0">
                  <a:solidFill>
                    <a:srgbClr val="FFFFFF"/>
                  </a:solidFill>
                  <a:latin typeface="+mn-ea"/>
                  <a:ea typeface="+mn-ea"/>
                </a:rPr>
                <a:t>19</a:t>
              </a:r>
              <a:r>
                <a:rPr lang="zh-CN" altLang="en-US" sz="1400" dirty="0" smtClean="0">
                  <a:solidFill>
                    <a:srgbClr val="FFFFFF"/>
                  </a:solidFill>
                  <a:latin typeface="+mn-ea"/>
                  <a:ea typeface="+mn-ea"/>
                </a:rPr>
                <a:t>日</a:t>
              </a:r>
              <a:endParaRPr lang="zh-CN" altLang="en-US" sz="1400" dirty="0">
                <a:solidFill>
                  <a:srgbClr val="FFC000"/>
                </a:solidFill>
                <a:latin typeface="+mn-ea"/>
                <a:ea typeface="+mn-ea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7527497" y="4660007"/>
              <a:ext cx="108012" cy="108012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083635" y="2266266"/>
            <a:ext cx="4302478" cy="307777"/>
            <a:chOff x="7527497" y="4912469"/>
            <a:chExt cx="4302478" cy="307777"/>
          </a:xfrm>
        </p:grpSpPr>
        <p:sp>
          <p:nvSpPr>
            <p:cNvPr id="41" name="TextBox 40"/>
            <p:cNvSpPr txBox="1"/>
            <p:nvPr/>
          </p:nvSpPr>
          <p:spPr>
            <a:xfrm>
              <a:off x="7581503" y="4912469"/>
              <a:ext cx="4248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solidFill>
                    <a:srgbClr val="FFFFFF"/>
                  </a:solidFill>
                  <a:latin typeface="+mn-ea"/>
                  <a:ea typeface="+mn-ea"/>
                </a:rPr>
                <a:t>0003-</a:t>
              </a:r>
              <a:r>
                <a:rPr lang="zh-CN" altLang="en-US" sz="1400" dirty="0" smtClean="0">
                  <a:solidFill>
                    <a:srgbClr val="FFFFFF"/>
                  </a:solidFill>
                  <a:latin typeface="+mn-ea"/>
                  <a:ea typeface="+mn-ea"/>
                </a:rPr>
                <a:t>事件</a:t>
              </a:r>
              <a:r>
                <a:rPr lang="zh-CN" altLang="en-US" sz="1400" dirty="0" smtClean="0">
                  <a:solidFill>
                    <a:srgbClr val="FFFFFF"/>
                  </a:solidFill>
                  <a:latin typeface="+mn-ea"/>
                  <a:ea typeface="+mn-ea"/>
                </a:rPr>
                <a:t>内容</a:t>
              </a:r>
              <a:r>
                <a:rPr lang="en-US" altLang="zh-CN" sz="1400" dirty="0" smtClean="0">
                  <a:solidFill>
                    <a:srgbClr val="FFFFFF"/>
                  </a:solidFill>
                  <a:latin typeface="+mn-ea"/>
                  <a:ea typeface="+mn-ea"/>
                </a:rPr>
                <a:t>—</a:t>
              </a:r>
              <a:r>
                <a:rPr lang="zh-CN" altLang="en-US" sz="1400" dirty="0" smtClean="0">
                  <a:solidFill>
                    <a:srgbClr val="FFFFFF"/>
                  </a:solidFill>
                  <a:latin typeface="+mn-ea"/>
                  <a:ea typeface="+mn-ea"/>
                </a:rPr>
                <a:t>时间</a:t>
              </a:r>
              <a:endParaRPr lang="zh-CN" altLang="en-US" sz="1400" dirty="0">
                <a:solidFill>
                  <a:srgbClr val="FFFFFF"/>
                </a:solidFill>
                <a:latin typeface="+mn-ea"/>
                <a:ea typeface="+mn-ea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7527497" y="5012351"/>
              <a:ext cx="108012" cy="10801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4301385"/>
      </p:ext>
    </p:extLst>
  </p:cSld>
  <p:clrMapOvr>
    <a:masterClrMapping/>
  </p:clrMapOvr>
  <p:transition spd="slow" advTm="3000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B281C1E7-784A-43B3-BD6C-B087A4CDE4A3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OUTPUT_FOLDER" val="C:\Users\Administrator\Desktop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wQUAAIACABElFdHI7RO+/sCAACwCAAAFAAAAHVuaXZlcnNhbC9wbGF5ZXIueG1srVXfT9swEH4u0v6HyO/YLR0DqgTEkNAexoTUse2tMombeE3izHYI5a/f2c7vpWxIe2iVnO/77nz33cW/es5S74lJxUUeoAWeI4/loYh4Hgfo4evt8Tm6unx35Bcp3TPp8ShAZc4NgKbIi5gKJS80gO+pTgLUM2BgRl4huZBc74H7FLjbSCdL9O5oBi65ClCidbEipKoqzBUg8liJtDQkCociI4VkiuWaSeLSQF6DXem/o+GXiZzofcFUD1notweuSVqOZ8UHJNUSCxmTk/l8QX7cfV6HCcvoMc+VpnnIkAeVnNlSPtJwdyeiMmXK2Ga+S3LNtDZJWNvM1yu+OM89JcMAOYdNxpSiMVM4zWNEHJZMgP1tSlVS86gBreFVO17zWr+Ned80brZzpHMuyseUqwSO+pDOOgn0yTCqn9nrWgU9NAq6NUzIk+xXySWL7Ou3VozzBXIBW8XZPLGqQjiAp1saaiH3NwADFdUdxG3TsGsatqCWA7fR1x0Fam67ZVSXkjWlmvlPPGLiC5WSGllcalkyn4yMNZYMwT5xV66b1DXET3SWnv5Db4zfqDU/1WudsYD/0ZhPQNTWhOcRe77l4KNZBjXVDIptbFgXKTYxu5xU+Zj1dD0wuRzrpsBFPE1lzGAMI6op6ezkEJRJqsAlLOUI2zs4CE54nKTw05MM49ODNBmVu0mG3sFBcCrC3QS0NbdlJOM6jsTUKsgnE+vED0ulRcZfrDwHe0avrA5fG7nm6Lrg7cHZ/I9RHMRoBnOLJlaXeertq+bw3sypVp3PpnCWgVphHpguC+fVzEJZjHwitqVlqm/6OTX7sAcd5Tw1HdNc30HvolrzF+ZVPDJfusXS1CRhRjMB+nC+7DFAP2G7DMJb06GIW5E3dcCY2Df3byvabPm6da7rhzrsQw2fOKscxs3UR1BHLEWZR6Me4qL7iKgUdtq1ZNRL2RZutDgBkYoiQO/hob7zxelFd+WzxUWDtXndu8Aulzes9DrhTkGk1nV7Eb/eDfD4G1BLAwQUAAIACABqGGlJKPVYmj1EAACviwAAFwAAAHVuaXZlcnNhbC91bml2ZXJzYWwucG5n7b0JONTr/z+sLElDCTWW0Eo42cqSZWQqrZasFWYyQhiKss8MqRHFOEmUrWlV9hLJnmWyjhZhBmOJUUxjDDOYYZ6ZzveUOs3ve/7Pdf2v5/88T11Xdan7ft/3+32/l9f7fS+fWGtLC3ExOTEBAQHxgwf2HhMQEEILCCz/LCrC/RezlRB57l/LAo9ZmAvktyt84v4g5Lnn6B4BgSLMKvYpYe7PK88eOB4oICBRx/u9DOef7S4gcHXvwb177EJcKX2nCs47HgctVm1zFdCMvG81u7UbmJXKuqWtjyl+vMZGA7vls/h9ke1rlTfu23Pxj5WXrPNWmvv4mlHXFBLMAWvUbjr4njnzRzt+nL3oyMkp133mmd+j61lQCVIxLCPqPmNMIPLwE4gPwXk95ISj9JkWyGIA/XNOgZ9r6EhyDjUFguwpldOqERAE/PjHBvnX6So6Wa+RhAKjKdTQnj2JyteWiQChkT/84VQS9TpyalwNGEZ53nXJfIMKqr+wBVn3GbLQ8iNFredRry8OjSdw5rI4kmIrL/9MCBoZlSx75ciYhNLGpN2WGbsJirY/TQjQSjJzNw9mD62vThTN15CcHk3npNkqfdr8E5lAeS6ZhMDqK5To1n9wBWh9Fwn1QudcHsK/RiyMQ0qv+6ARgbFStxazyE1TaxHUXdMmS5s7E3jNB6Oh0D6V5QvVXxarp/fVjNMav9OseSl+ZC2gD8VZSGOw1CFzcTKaKkKWKaIiVbR4f180CTTXZLWu/ND2hJmO4fChWJV8b3olFUE98flc7CKGOU4GcebycOtBpJnubuHNJUYX+twgaHIqm/MZOXouHYbCeX+kXYCcn6le9PzGZGpa1MGL2NKKkT/SgivHXQpW9/fPtQf7+fW+ODdjUir45RRqhySA3ZTFbtq2vELUbIiEjxjVTZvtoRBLPd95Zs2/f7RtlexQt8RKDeRsnZJr56lPtdYVnsPhwJsNHBw+h9rnZTSDUyZCx+D+4cTOqqMygAwYKtwA121RfW2pOM3kUjWAchIisMi5hOCKYbXzAl8MzqaIodF7Dl4yl2xsfVAtIR4o0UMCl8rsik2cSIRnjhumjHFE9w4tGDqfk+JkDR4emW3fUOyuatdTCoe3V1bbUh5RFIIl7DVn3L4v6cBZQc9V6LtSbgOyuiwaSXJN5Uyef+WJ+DUk7dnWhDjcEIdeFFQ432SFnJrJIjff99VXeD+idjHEWCSR2RdMsieG9M0elwije8p62DMpzh1c4fiuOrRJOjYLd27k0F0MYgLmCLp6RxO5jpNBgo+tx4wEDpOcQpNmYl+WUgLsjxXHKqs5qj9Xv0nQk4VSiJYTh8sL6qrOYPQXWVch7KFxlnQBJ4ur1/67q7r3VwT56RNcNhmU7+XgwpX7T9Yl75mrOoNSpOZE+DeGbye9oy3GkhtYxqVdVSr3qofmeki03l5LdhqVDif2zPQTZAANag1wYgJFIUziTKkk7vyYxWr8BcXCvjpNd+8HDktU8734kXWA50pbr0bBAE/drFOj50WRBGWsePxQkcKWUYvjboVAOKwwRfBNiEbJrah2J60b+HiK+2wSK3GjzcDjCaLhG5dNwCuJm788kHreRBU9/FRJRyhuD8JY8TkmcsvyGwaMWf26myEadfdCJnjcQVan3kWUL1dRbKF89KnH33WZsDK++Rxelw4uSWK9zPMvEQYXkc4pSDLqfTzXvBdJojm934oxUry68KWSQ698V2VxL2u4MnHPUQUYO7jCkR5yr/GNntJVToJA0Gzmtd37yvXe+5QmUXFj0V5Gve3atdYi1nP9CZSGcw0lq01iisnRIRSDh59xn9rP1JWMrzd6bmu0xOxL5FN3AuNq7QCvh4w8PgU2mqxI0oa2UCP8RHS1ReWRCn8sx4a4EkNpHMndDfjGi9gIV4lpNDGuK+cL0XCPixrQ25FWj7KITFJHBAhbK3oKqdBC5Lc0QHeDkyo835xN3mesKMgocbkECo0m611qKjxzUmtnSYae9e4tQG/QfubYPUyVIqMeH5hVgsjViM7rZ4FIRpJjjeG7ElQW2xI9gXHukUkbLeUBz5kPmu0Rsq3uGUOVwILOTMEp4z+Jxh8XHYgOgAY8Wul4/Bq1BHJH4AH0YVqE+mX2q7PtzFI4veG7E9UXTBIGw7OlBGuCLphJsKfQ7ynVNonASIs0dvZxdjCgnYBBnx4c8jT02rAKHfDAprhvRvLG56qMZ5s1ZQCUctlAITDcK2mPzWLDE7a+eXL2PqFDc7RcAHKITKtwuqDru35jzeSuobk5mxI2NaihSZsoy8CfbbAOn5jr6nnrJg8Qp9a+Q/Z+cRbZ8YYz1x9rtpWUQ/OfPlzuptofMyeZE7Fa3BHw/MLr8PXPcwToCynMHd4kjg1Jz1cu51M+1AuoVqqf7YcXLFpwISc6j9xQunABtXP9hDZG0fPSN2uHrhRpXwvYd8ot8Zb6+QB7SyOpLPU1ASN72GmglmQh7WGljTYnx7o9FidSoaoipXUyYG2za7UQX3I3wsiTDNkEBJbL0rWKm2TAlHMWbZvWxCWbyhZz1bWafu+05LrTITfg9472P/MCVkyIoRP62qVrrSfIk5nmRW5jvUzZl3s5pdSMWWoF3rFKSTcC7jg2En5eA9hsv4eCe19SyZm6h3okAi6iYO9VFDGwXB7erMMBWZ35Xsbk8L6ShU21S0NNF3zAt9a6n7jZsw/23Ex+qliwAWhWgj2ar/ca/vGOpogvxQTtJl8mp6zUwlHK1wD2iwaHYLAwJiV9Q3AsdKAbqkrdfEOJGaul6iCyz/o6asiEKsM1YXI9nZhmgwsc5qxeiQ4YsTltZCsELooXjXp7dsIiIt3vIBMYB2tlRY1YNBNkwHOShbmeFVY6B/rWjRVH2Ra3RZ6ZXWxh+lTgrMTRJZWlMUwg4YJE00I8zD86d9Akpn0OWQqvFl3q5WsuyKVu4VoXqYQVXQ9Vp9KlMGSIZrN822gUDkaBbPUB3x6EAHwcRT4O6IDmJQtSMBYdO533dSxeeBBS2Uvmal/OMNfl7oMTqhX0jG9mN519YNUPUTF/wBh2e6Pnr5DB/MPbpBjVpnHxZkQfvECbPXuCjRKxxPl6hhhTaBIYE8Zmpj4jz+TLLIdR8FDcJ0BCkBtEGCby1KJZjvNMsrpHwMyRKv3ArZCKR/RFZ+Lik+MfdF5VMxZBrH5UTP9YKJG1mxHYVTJchCAnlkjMOQLoBesUA/D3Aqer4fMPfoAhO85Ar0PHrhtVoLte7tUqRO9mhF2bJ+2741jOSHNZ0m5eVxk4T5IRDoxWB6ZCspzfXlmEBHMgb293ucUvpScEvojtEYb5gLRXotNTuxYVz7L7f4AX7ZHQA1pbgLdvLavtGLGM3KHn3bZUh3z0lYG3j6sWBiUmkA7e+hkwtciuAaxE5wLd/gml5NYA8oqHHxSkHIZ0nsiT/RFsjXqbcce8Lqb7M+qrOSQuinYg0AKPqlFSpDN+Pd79Vz9jKq3CY4IXsclBFdMzAZ9yTuTs+omqs3gvjeKPCh8+Kf4L2DfDo9ooFM2XqnQIYnuhaRf5pwZgwYsbaxPtUv8BSh247BW/TUhZezhW9ufh/gvjx0491voHZBRFC4GPnfon9H3MXbNDRq5qGjIePzO1rDYRekDtn/BTfZcy8MQZ3OHLD/4pRGXgWsDBy/+YMfQBV4vUKSGPC5eyGrUIMJ55b5tGzgz3ow9d1fSLeBwplm2WvmoofQ0Z/dnQhcun2vDju+/yqyFm07dMYX8TzCfVBFfRM9rUCyrctuQuV7uz3P+JWbr8kIKNoeMqLqNbDWR8Cc4cTal5M6Vvk1uQm+3BIz0MvrY3Ul9DvtJs6MobofYx9N1DEsR8OqNqyQiRtEKx7Eixa/Z3AvLXcTVGCLyUz46oqKJlWJy9mbCdmdb72qaKtwe5A05cM+1YsdR51iQ6chsIN6pZG1od195yRMeo/of0BAiUXxPmzGsiBN6Q3qqecT++Z/tSyWl9tF8mYx1VJGaXL+MAWJnUKqG9FLuuEGkUuaToyG2yrNZ6hQr9kMoZWNCVpbIHhPLmCM1dnuxzWQb8asuz/8pG6oYfTBHsyiUuA8wxGzlxqiFRq2lizdIFPw+F+pqNneM1WQO4cFan4Px1PY+YpUv/XQRlDk7/UgQbf4vgtwj+vyeCUoxYxeSrVWkximFegXgTpjOCdKHLJc2IWhHoQCqyKkMVFRThq27aRDU/fxW38dT1HyUwVlOjg85rMY0TdfLrrzDMWTOWaK3GOG5QDEi7iJWwHE22fNv445w0YN0vJ+69uDDuEIy1FrEoolbNF/Cb/R3OxvEpDDRBSd7IvcHaWIVROTXzejPG7vaZwIdioujdBrccdx+U/1FoZx+eu99m6RQFBqeWmVK7j+1VlcYN+ZjKZDur5wLXbrv1g/yiJACtnmNnrILsoflReCzrwhG8h+oW4O6H3mRUPjQ7Oin0QVKx9o9qQVY6FnbZVr1QPTK2mn2BxaDY6qMCWI+ykPOfNR9SCHgw5I74ZSFwjANFB5/DZ1BnD6dP9paPax5HtWwvQBwh2jICgWIr0QmP2XNZ6sDPA+6un7bAf9SmmrmYG66D78XS175Inyfgigu+kEusD2idPzKC5/TyW5v/9LETTLGFMLsZyQu9Mrxh8hZDszT5DBMak1Riuk9YLapFuiB8Qi+hD4/AJkLHuj9nMef4aSldQgWOiBNTkH9xhHY7Ga7wLAvG7ZP9VpDss5kfN+jrJcb2wgkrnR+GtTUHSfThweYba60frGjvehiQV+h2INX9R1PZrXW2Cnv/Dyv7KLBgymPXgpcZYAa9gysBO8plerHUr9V7wLjuwMmMp8tjhHbYVrleOAljhR7hru8TxqtQgj0fm23XvVbcuV1da92LI3MnHvn6kJCK8lyhWX6K/UQU+7XOaS2sebvuUb4ZtdZ6q/RawNG8sWIKP/KW8ju8EbFi04oACoFTlAW5W+I6XMhXmbsLO57lP1t+ETueW9WV8LefOXRWrbuY1gJYopUXBNGV9IJIqNcionjaJDcdJgzmgrifvcEnQcJWhSyo18rKbqb232OmzefGER5v+L42xwDTJs4uuP5V6A9v8IGmzc1z7b/UrvQV9xgUjv0dJnTsQ95JI8wpknj2DCdCTfnbmgf8sOYR6EyGu6Nw2Gr00Au1wTWS9Md83ZYp2Cr86Udo9loJSe0sftLRysI+MjkepnXe12BvfQRfL56K73iXmbsRuHubwiY3U36e8K8hb0LHOs5euTJnd4ePEv41pq3W+QNfx1Tmo95fWYXXdjj9i5lpAwnr/zubPlrF6l/n/z86sgRxtGLYGLZHmvKnhWJPbyg542T16r6mk6V+ldgFLMWYyubH/wAbfKjgrLdwkPCOSjY7ddi/DgsjhH4JVec3eQPq2bcfHmWbaS7reKyOfuogK3HUxoiY+nA5H8d/RNe3ODnQYWC0Lc0I9HAXs0OV685lBhML/ouwe+yjVihFFBKhqow+Rw6/6f8VKgYur3ft7n1x7l75WVWG4df2/MQ1DXJ3wUnurQmgVjKDpCQaqsQu34TZ/jrMRo0AXDbEimXXlPFdSoMus7dB3Eh905ZfrL+pe/7CFi7KJz/hp/UDzoIHiVxE4WTJD3A4tXd0/slNANJz+CKGQPEtcC6sgRryVXRDsKPF3eVqZ/P5wpb2XYnFLlxgM8IPd/wWyP8tgQTEExGjtzz1Sv1JyHdMOW/aq1WazhuC2eUUdSUMTgLRL/f5Q4s2nyDT0VJTHLMQMVm7Qj+4P5ScVuXf+6IodP7TI89Q0SK8bcS+ycAul2A4z/zz0q52lXET2HzFq3L7DIop6khFDOu2o7Bal5g6+tLBnyxHUJAuh2RU6ssCnltIRh0U2iR5u5Xm07xmlOvU09L0/f1MWkVxiqEf/8zBMfK4qXSbTdPD8zvWc4W5LHsLkpBqs0QQ0OMio4YASmBBiTD43BaMCaO7Uy3VaZe0kv7VyC3IdXh8si7Nn41C4uhT6q8eeCVhxEH5nabr1IMIuHtHfdWJjeOjjl/8TVXAaS4syQIpXCJmdfh2xavDvkyT0h4RGGW8YZii98yBUoTTHvHxeHEDU4r78OGZ1R5633hzKISXOG+N46bZGuPrpRYeg2S/1VfkUqnWxdUmRBnAvtQ/lbLiBFQd8PXBuVvilLcIJq9QDBlQE2jC6Q7E2hsw+8OpnbCyeVWlqx1bzFNCNAg4FC6Qrg4irCNeI9cPy0qIR2OLFq50tS/4Qe5RHnd3DeLeuW21mThZbiV7paHKPc2YESRjW2FpqkiMxU0Ne9tE59qHswMXul1Rdzkck/z0lF+F5jvk2s+9jErxEwR7fcnGjxa5U/eOUZ7cFnVGK9U2K6skaL9KHFS7wzZw8C0Xd3Erp5hEDFUT72zLTGPON8E9N+AYmxUxZz1IjpegRVRKXFY3jhFCXPCJfuIlhbUSAR/PCUq29QUR9pqgcWspxHDZtjYLPOsbNtthJHWv//P3+piWhaDJagdyCVUWsC/yLRKH1+3uCVqdIWo+NAdPld5jI2JQdogrwL1aOr0O+TubGWUXVaOzGPvxdQP3XTICXyMBjoLiLGV/84ycIDcUUflJ3yNAEZr4GkFYV9xQ5FF4Y5cPsdziTWi/THJgyq8BJWBzV1mni9JW+VU7No1dSTaAa0lz+vqtVARvhvjlvo4V2AJOPFXOcDWqqxbQWwegEDHwPa0lmX6g3evgaKawN8ihlDLaBde6of4IjQNir0PHAqi639xQY9wPlUn9YudFdftoLEMz6HTy0LAtLUPf0S9nfdSBXMVmGf26NBMcriigoV27tqOKu+ygncC4rgT7w3PUEpk9czYvBtueEO331mEeNAS57TuWXxPXCa7DlMB9nkWEkkGv/gdgPh562Vvrhv7ldi0V/+WV46bmFPFMepXZHO0pQ9E4BnlDg3O9p2rBYBswjjxqMUhgKT24pJcbB1WpgnGGjQgjcVi20wn5xb3KN5WOXp3fK5CslHzV+gyxraBr82SEhRp/2D1OnCphfQLkrMHiJzONaOmA5E3SsYX3Fmbti2M7jefWNxJY7L0ha08dZHXhCNXNMgWdiyjfUnGfTeebqhP0SpTe+M0WFbpUKuRkuJXXdR6R1RoxFWeinOpCXNH7QlffZ+zvpe22KWBf6StR9kasfQQa4ieDafCBk3Zc536Cr3MnCHygcZ37EUjUbxq/afym8ZvGbxr/D9MIoTWsT9FDXzDmAncpB+V2yb9g9/216WJ6cLZO3RLY3Fdja2XyPJTyvGubwn7CDS44Pqa2how2sLBrL+ICIOuVlsJpejOQ5e8tKd8HeFWTZGVaFvrpQcpNnZsXFHij2Cm3rzznl+2qwtvz08lU201hH6v7eZvJ+Otm0sWNfDeTdIww7g6gsRU/7ZGN7/yfd4dmx49srizZmf7z3loo8L/s2LkHKTblIjtW/9Sg68x/2SjrurU/DH7G4Of9Lfp/28VqmjC+fnzhjtJP/Oe/+7oP+s+NtL93Mgt046cJb88u+c/PIlXMSio8E7U413ZVsypkhjIeLxMy0+kIKTj6/hNpkUKylDBWRLFpbWRTZlnbApNUPTcMWhxu6wsmVXZTDarYCbAEGBOZVw0Jz87gjv7xaPtSVjKAV+7UddFkQuZGUvStTGbsmuZUTGmxDWizGCFnKpJZrm8TrbhcguW0qlAInOEsIFCwzFH/Auz7isZFKS1OxuBUNp2ocI06ZCCtfklipdWHyXQnk+IbzOvDIcMX9nBlPDXq8WPGv7dwcLxYrB7XWkXPoCp8XLintJBt7TX5Z5km4tPhFZ2Wk28dlXlV0eUDRzu70g6hPmkuOfoGNPhj7Zvd6muUcPLjWRaKoXtVi0dMD9GKnhYRQiuq6Vk8NuPbfsz41lCOOEapZEUEFMw9IEHnb2CqTKY7wO3rN6RrJqwcEwKvGu+A7SYFsg4HzCzZR/zgA33pVH9zCHm0vP8wzfGF5UrLm/16pm5k4+JceuJXcf48Dpk7znpIxLlHc885Mk/BF/P8kfS0dtkN6boS4pPccT63go366DeTv3y2Wmj6u29uXc35oit/7BMOQqRPVFIRBTLgk18034vsN7UsyQ1M4GnNp9M/StBuON0zM9QjkMWg5FBnqYzxy+tdX8zPvbMCVTLJtBA/GLG6KCMiY9CnWL69ZO7ZIIc6P1fV1c8MY3kzJp7hq5oQMw/fKbEHVujTJHOYFWQTf9HkoAVj85usL+XUJ0cjcHTCwAOERta7RXkMzgceroH68KXlbDiNE5MLIMykv1iRZBZmOJgIzY5eFanfG9B/dv4YROebmdiJK8gDGp4klH956RNIzgiuGmRFcVM7hK3ki/phZm8gXl4PxA41Nu21ZHFo7BVKEZOfDWnU/ALfJAyZY6H8DkkJ6y9BdPNmuw71Etm9vhNkk1VLkLIypqFrtqL6/fQXWbys+l0+N8tLpXcWIC/4B+OGizIQkLnbkssXxixAYe9sQawefKa0RENl6pObz9O6Qq15qujxkyoqSAH2qUpvPCQElkz/GCyyT7ZeQQ7QQA+U1/frfUFg5J0sdeUczyUYbgXGLcTZW9TVeM1yKEUfUThtu+rMsM+P9bsxIJzr8YPv8l94g++c0pJWj54a94GwCNuWZ862D2yLftC93/Qm8QqK7lmmplois9F2sWJB31H4tGgypsGnvuuwZuX5596PAyrebPvSsGXglmONLWU1Nz9aH+lN9i69pv8Y+R7zXcNODXQUiJ7REQibKML1d2gsgswzRIOHxjug2X0H8hXlRHQeCYGLrCiHHrqooyXyarF4H5DlulMndm05E40VDQ0wqoOqCt4RvYxW2nD1zrYq9Kmj+YpxKKJemZuqK6wLSQ7cpOCdJZV5t29ysy9OAdV7tansjCx5W20i9HXarZ+2ALy6/8y5rMOWLWmRAYWS7oBNDwV9gaoyt1PXF6sDCUEFWPD4U0ooBdf0pZqzmBSNdc5IUnrnHY0Net5Rkry77Dp5MEYJWYe8JgyW1BOn7roRZRWx8w/BR87HpfEmpx9Yyys2HNIZtOb8rWMnOP47Edmrvztdy11nvQSuqwejmeLNDG6eXZYLbE4+UobH9cLGOl5OhLlGpGsssue1c06j8W0Cqsuxom5DRua39IDe1JXFlOdBwmaw2o6SYW9HyX0HzieEAxq067UzPp9gjYP0xbjxq//1T4kwWDBRMRprUBJOrWR+hvnJrm1AkR1F9tkWAOMoOFyT5RzwuNAWuIC0OnJI3XRHUCzUixSHHbTAu9kfk19r71/S56dvvmuwfSbG6NF0FI+nmu0bcuEkf+uFR5zvgn1bg621FlGvk99twXpRG9iPUuXYLSiYHlrHusnc34xJhq/iras2njWiiSqLBVWbNsRhASd0IpowN0eynuIXCOteu1+ZfmyF+JyNuR7fB1N1UBAvlcXaR4hz4k48EJF8Ymg1g8hcyw2YFT8cHLkjKIi7tIECkfAhNkDWyovsKZN7VBkVYOpPzLoIwrU9ClQKfP7ugZ9pRoERwDJB/ABa/5bi4vY5wMUpU3NJhZGsh5iuOMydBkekUB5ioQhznbIKPfRiKgdR6dwpHdVehNsdgbzkzau1CG1w3lthw0Le+wxawH3fXTmiJX1qTz7gZSh9dNur9Fl9ziWE/PLTHUlRNiwOcVGa7aR1A2vJonZXRhNgLQu9JW5epBLMY/xk2aP8dFkRsGTmxyfpIXkA9Kb0M45S+8pLNKceduKEwOUJRpy4nqouo11rWhYi2DTcyPIN5OUOgAu9oUjDyZZlS5z3uPZZ30lJJRkfcCbvrGBdweChDFHPksvmb3Ys5kZw0+6dQ2Ta+idDZGIV3eoNGTY3X8fBZOHGv4T1V8GVTmYx5oqOkW8k64aCsAx8NbntUenC8Vm9nXELVzDplPl3NMl1DXporI0xKPoBnDNKh4ECHhxTDLy0z/ayuU2pVcSQ1EVswjPhWmtcBjklcoa99k7BzPczRjXba2NKhmVSdVQNt7p/LqKEk1iu3KY9F6HZw+30liiIxFKchYmiedXp8jY1lVTGtTtuBWTBGlLpNlnkzV8tOeUnSz40hqWckvHy7zA+7fUUDW9A3ODBN9HdL1JD7jHm9nf6z38/7zVQ6FX3jEsZwm6ApJ8vwO4SMitPoPVRkaVH7rw7UhOHtTRq1xRBai+FRS4iliuNi01yl7MWp1m3wVlgzMJhyPz1s9l11/ZovT/1aE4Y6lItMOa/8D2YrhGJcHm4nIrisPLk5knVO4O8gO9N8bimeWNH3lGbtS4/geXTbpIFa1GHqtbGedE5r+5/DboqG9KtCCtX1Fp7bvAoycYLOVR/0v/u+W3Fr/jusI3iBhFLLTtnbenaDvBqky3AzxqeawAXPpx65HqkmLlq5RL9QMi9OKIxZH93OWr+EUpNQQ0NZpJQ1dDsZ+lcJo7HlF1hhkp2/SAqO8FNaS32A7EqmWsAMtEbuWtBdVbhQcfAnywv5eq+iuti2WaaMjxMr0+j4R5lhj2JUPxa2DW44LGHtbj2JOIh/jvPaJEw2WyClYx1VIvjQLKja08E2Yi0/TL4K5hPgNix775agmdPizsjsz/J2JsJhz2pwSMZz97O/nWyiXa45jRqpbX/zPegOHYm0hvCbZn/iFfG/3pw7+cdc7zWu5wnkWLTdvy2E8Lk0gmO3LmN891VHAhD33K1F7a784jfVlvHu4H3VdxRnK341sq7dFunn3DTEhN7flsBiOh3jhDEBTqbjvfPDP9S1lbNYVWzHARF1nko9xNpihjmfFUBvwSsqnYAxcahfJGL9Cx/3kWSzHX63Ty2BNXXUCkhGFy4C3fYleXXO87ARH7gnyHbrQ+8Zm9eZWcmfBMSVcQMG9nt1pB45x9iMNMqZu+p3mwXVfRVDMcd3xrCWwE/lAlTuTlTd2LPsFohW4yXV3kE/CPlaFGaNjKXAeZEQr0erI8suiWISXNZuhEwx20DA3tgcmqm1Hmpy08bcLzs4w9UB1XUHpq7nJswuQq0LmqgGBZK47DvjbS5qVTRxmc4e2i/zGyDJrKoDMFijH69GkCCzDU76lmZzn2sNdrxK/Iv9mpNcxG+VxJpBcYOP1nfHQPcyzoW9cBuoHpxvFovi/1RRX+18WTNB2o1u6XaeMxaGKxeKXCtTSGkd2LtEoG16J/Nh6ouT/WPGJZ3jO4EvmgU2LUYnyzOTWAEx7pTZrtSxDSwy2mKV5n2L5BDsSr9a8LQdKdd0hiT+bF792LUfzU3A0ct6WXWgCPEAmBFo9kuhy/O8+MsEmfRXmvksPDNY1ERIIoYkjDgNWGiAjzxSbhmAj/liZouMv1uMEBd3qy+BK9VR6MhNDqjX0UbGr/ML2I1NXZtjuJU0Wzpht5GGI3tm4UZWXBAE69yMF1IRo8nhDTaDQ3dvuzisJOHsGLEZG1OYSAJt7ludmPO1/T5R3Pg5rJkMbRbgzXgwDDJRbBLNMHtbNqglTHoYho7DtNUH2yciW/DuZUXHdsk0ig5u9daOnpgljMbmv/wSrI5TQYfCx8ZH4kPS5GVNXiyy065X3MwZGI8kbwS7RC2DJhmOPmiZ+vS/UD/Aedaa9/SSlyHlnJcjUcIPisEiWRrOAiKg+LWYS3zp2InVRZBVFnpQdtL5rJCDeM4vYDOY8Yf8qHNydKwaG+urjmrnz0wIMVCvqb/mhsA2o049yZf9Jxbg2W+qLcj9SMXLqllMmAedSypfSzGPU8aqXxxuW1/yEuXeGmi0bSmXtsuYCFkPN+sPySMZNGkE9nHKGovCeOvsmRR9KbzPYyu6imYa1ncRtDUc4qpOc0JeU1DpHTuTTEgzU1mr5FyApkqx97PEn1IKHBhmp0Ifj8wFv6kRls/yw/8Bo5T/aXWWGjdYK6T8zO6mMledagOg9j3OinqbYmyir/iBmJr+Erx6MwQS+Q+LZlBK7/g2ZQ0NyUiJmNGWpTrPl6LfXyCLc4EYZRVX3WcVSTRKhDqV4X4KnwCVNVfLAO1S+NiujMtiSkax1oxAt3FyQ1C69N6RRMCksFs+WgiAElIVGVWVxpeQJuXVQJ3lmJt/Ao2qOKqJPw/yhN9iQ10umZa7DY7qISMaBLNtVnAi1TNerWRhwZ+dEm572sML2KBuR4G7/OdvBzHACuK4QJSLGnKM7jQTi6CCY6As94xZAnuaUANz0kpTt/imfluzKDY3e7RSU/J5c9ZCkSDjwVmbRu1ClePPzEzaAs/31B9yvBVu6gTsdDL0WALfyNKgHq5gAMscpbT88xyE3zqsEFbXcu7eMeffyqd8apIEStmGEeEH2abocHl5tgQ8dqOQ5oCMN0VivrlS/Z6a6bERdEPgWFEtNi0y7JfcRsJzaYuq6x0jNqupsx3asrA225OcHm1jmDhX6ryRWzVimmGK3c6/5MHtgXkwMHC8/m8ItBPxyt4h7nfMyP7+3NqpGXWAPKml0MZnnPPQPNOSt+LU9e4QSU74ksZWQ/EmcM/AgYT0GLZNUe4sYgWUkBlyRlhfMPZCYc2w52LfzrRLseNRhEznY76vGt6ekW3a0rltAqPCPLC30vo6ycbD8csxSPQyyIeL6/U+j2OFGvNXp5c0x+HlXG1VrMuLpvwTQzL0f8u3Y6aa42ZQfuE7aAPZbKdjb7K5uhPWdOtBDDlJnee15acz1n3Q4BbSoPPcZrzCt6l3FDqwRdweOxkFKtzkYBuHt9jTA+HrcsfLFfTusf3bM+9okcuNstkUs/wBRy6G2IIf3ABgCxfwCEbb0KJ+7osfA8afTJ4/x/Z8jmd0+o1ccaRx+4JvrXhIzhs0GGuzPbzPUjhOzH39rAmfHG+gBNG90QxPNNA7DpQbwWrj8rIEwGc91Pub6FlJjCDKnC4Kn78skQu4U1ZE6Nfyqn9vRWh73h6Yy34F2zS5LMUDHER0MInq1WC6+RERFmXMvKiQgpWoS+BPAKBPyoZt2HeurWKookfTin3j1/kKplAq8Stn/HbHmzNbvNlC7lZdb+yGy8zrS3SawDaXNsdbCK1Jt76QVCigsnQMYo/itXIfOqjrHEC4uTekHj2Zx/QYbYLOP/JCvWSVtkqZ8yerPPbXfUqLWEV2iFkmRbYHX3lx7suLYBgy5UUIfD4yT8+3nM336j7D2+wsbZDay8vw0aTLzdvebUheT8hNe/HUvAOH17peS0gT1dUrt+i2aLJYbfRwN3wnqv5PxhY738q6bWJmOsrL2vIe/wM21b+9d885xeY9rgQ5LEkRQC+qPh6Q+PrQCvRP+0+80rcf5HmuSyBZ9opWfE2gbuW3r/9170jy9rsupWeeS6989Mf+a0vF7PG/AOzfu17QKv47arIntQWfGN22e3vrq617V/3run1UJvA9OguFa6/2be+v/LWG//DF8/d+7aOeMLeO7d9d4CjHv+6N9RPV4aBm5Bdok4p+srf+v4qcP0tUZ6L1xudeqbtnT/6vXeg7r/urVV6S4wFY1xb6uflvynELyPd3xLlIj4t+cC5HuAux8Dvvctk/3XvVOKRywva4Uvvh498V4hfRre/JcqFOanxZWzfa7dzDH+l5/+1dyv84avFVBPYktOSU98VYgvwJ3/Lu4v0H4l+RYmNzki9/W2d3/eQoH7/vveonu0pVGvmEks4G/pdIX6ZVy0xUA/YDpD8vVHv9qU3Xf917/895u3VDB17l7U4va1qsxeQtZiCmktpm2S9sVCq9F4PUvIBRbDrlBYnbeBDz00no1ZPICphCSpMMjccIBHlcBaJVUkicjOPgqd9sPFzE3Rmxio1cp6RWnzxuT/df+HvbqsB59lkEKrh02HI/Ns9y44a679KZxhF34aBM51pAUeAawdtq9rzu67CDKdDpp4T9eDA91Wup8txCidHyi5y0yKNDT94QJmvInooil78lLV4hh6txIZKcRTl7l+qdFm232/zxWQnF3oRBjGhVt/UaSCbW88hi6W7YO2MVUok4W5Gc7fr7mxDKRbIFshs7NSqic06nZhc0KcILm6zt67rGO/xzOozXpwddsxBo4nwrJMrLzz02swNM8I1R1pPe7q9P1m5xGd4fWVvE7A52RSXe6mnxE217iYgfpNWrNnWqs1nY61HeC8g2BeuVRK+yknIahgnM9AbD17SlnXaF9KJdP7DUWxkvGHcM1KKQijc7rC3YXwfK2Sh20ExmKX91EsfEOmmNDxXFB8SX2JZ5E+7PfdslgrHvpMexFfBRf/pHy9/vZC5/SIWrnRPbpXOq/5JRbBscXGtNTtYZKtk7t7E68R2+70s00PrTln66YPvV2DeaAHjzj6stDgmZFwWtn152iCMNjtpQOx4tECFK229uhBbUMG09vWZ3Q27kP75XG2HGFcd0/MKrTzeLFXHXJ5Cje2Oxrpg98sDnuvfTYhUfZUqGj5Ehls/G793hkYrcsp7h7zh46j1npu8pOt19zBce4KSJmAXsaIPSxAb5s9VPDbHAj4EZaxWI5/Wz1q38xb8JyTIY9dEGAxfsxZ7SMhUVoJS7mlTfNXesGhIdfldl1rrS5YUxBV0bcfGPa1FtdYjmoUbnirhTHFxXKDVnXzJMq2lvSS7NOx7oJn+6ux3e2rd0D/Rv+7YxKqAoDxg3MC2V3d6XSNyNV5x1VKHPe42Z5MHCB/afLqI4OWodUPJvgUTNFKJGpoLzbrLdjoZXn2XMbsJSAhK+iQaWdIHU2WoMDVLNkDgBhd8a2wRVTyfphfzD9wCvK0DjOs0ouDKN13peb7Jg3ToVoQGgdx2d/PklYEty2+x48inraVqj7I4son1ix8dL2mVoYr6uCtRrkmjz8aR99ck4TFdsV2vC4KqCVrbzDMAUYSwvVBpEAZHzMKZftR+znIUD3nChSrqFQLTekmnUG1VS3yEVuV/HEC23CGvYPpR/aKq80d/EfLM//JRY/PgW4djzMpNCeTRd+oVoqnnbiEb9x3tvPEdL6r87c0+FlxfeemnMtZPiCHTQ3si57j+Epm0w/591L7WEurh/N7e5bsFhun868jZ8U4Djdg1vjR6hf77+JN6zhB/7erLJ+rfD1dY/fsIEna7obDAo2/J5Aww/96L6+4g3zpn43jh+1bwWNO/BkpmVs+AjM5c+aXXp7T/PVhpHDHW3fH5Sf733ib/HjCMnVlXV3X7wtKgbfy/ELRfpHs27nPpTP6Fqv33wGnS5tbt+MxvyeTScf8em8qm0FtfZOe8/L61Pe3+r/X0zqPjAJb3hyWX5aPowH+P0YYDMmXXX7B3/N4789/r6fTOq6cgbS+XYhXF/wWs4tyuO3w3/3Pz91Q+6d+nA/9vMu47coDKBYo/adbVQxw54og8LbUninqhE0oqu7O2lWRz5n5bqIfAD7PhKkkKNzGtLadWnTRQVj4FFRYZqtzBnfpEJGQN+2LND68mTcgDkPPvstaJ5SpLF+p4uahHl8wEV3Txjp3/o+rCTYizEIyeeHuwuWDtm6fi9eHGf+fFgLxwjwOccdT3BdPSYszwAA99cDWqu3mjegzQ6U5UiD8uPGIiJ6DyLGbjnqSebT9VDbojO4bV7ixfUolZs3QZIzcW/H2jnc8dID3l6Re8JnwqKNDXOby78zC+hZxr4qIm+bwmfCofwKknkWLZNU58CzAwwVdwDIdCWqTwUnrrc9i2AHU+977MTqvKYzusUPO2pFV5tXWrQc6nsG0X+ZZlsq+dFga3SDQIgZODG54S+XBoLdvOOxsgo0+YPsmvOGN2OluNq4z2vV7v/Pkd3csG2HNVABsnD5/nW7G6o2Mnw1V6Nb/iT6X8BGaHfsLb8WuI11tw4Ldq1rJPvs2ZX/1MDWzPNY/sof1pSP4SWjLnSD4XcpOxT7hGZnfu3tFqvkqwdM78ymjN1vZci37y4s1DEt+LQEvnzFcHliwFP51aOmd+N9qWLgW/y01L58xXfZ78Vp//36oP2i8zdPRW22aM8dPQydoVBVVZyPlPNid4N7NG+8Opfb2BeBNHEm8j1CstELSRwUpd8MpSogRtCFaA4CF81Q7K41XuZdm54UZ7rfO884DQsUTlj6NtaY4bjxTHUmeponH5dHXGcCICj/DNUsJ2rNKsKLzApFbQ28eNc5MgJ/lJ8YoNl7J3316DgPEPefrWcqvM3S7bGKsswqsJ1tvMuQkuWv3c3b583BSZUrI5t1lvjjT3kjI+sQrtphSwz07EjELfDPSB6DI3ZxI/3OtjDtIc+zEpXrZ8FUSNpyAIv03Khu6dR3OBceQGi2Y0RPJhvdr9EONXqUG7bEzXnbIzDupyCXbJex+rvG3RCKVIUQobw+YctdCSKliPx9gfpDkhG3z2poXEe1XDSZtrYnEBkKFq3YEmMq66aDVNBt/SdbWrGar66sEstRfnlcRyCtV0fRLPTyGjHvCAYMtRISXJSwoBGKxooI5ZbOEWwunCtYPH5PuL1a/dPWqcCZHU4Obs3W8XjaPvAtAETOhpa11nSrH6+7jJhwupJ4tbtLxPahXDSTCQmxKx075uOLdCSfPNQ74WZ8ezOGKv++tzB1SL8xC53bE126i20hwTdjvG73TkTjaQMEmWFRAHEW5yspTEWygT86rHL5lJjn2Muwu4QyCT47Bw4uuuq2Rfo/xm1uR1OF8/soMncmya6KGpYfuY1Diyf/mb80i2N7B7YlXkpitNyaYU3NtNrbGIZhkwRU8nOzbZjALZaPRx9B0tvRtf0cM422Cd6xeHK610ZZ17Bv68M4XM194ErXj2diFJiR6XuNX/Rbp68FCRaCgaIksAgNbeHHw7ufmM5OxH2FxRfsW5wP4Yr1l6hX9HFVQVolIqc6qzJBzQUEIoVMlMwZVT7rkXFcgea9Au2WNX3NZ11dobuMm+P4nst5mfHZtt59rxc65mxZ51n92Ajx043RWfHXj6KLJYbXkSA+YlKzKyEEPAbcpuCqLEZTHIRZUVBR1nlQgcPKamgeF2ksKYMoAZSQ589NnPmj0+YWsKWmxDtNZszwQB0japyvs9mjKtcE/j69HPbv8/0KOzej9Ctsibenbh1UWel/nyn5nmXzrCKIigzFPZSRSZQILz/+APBx9yTWbn+Wfq02dQO4BPKoijb/bz8zCFtl89DNflCaaJIgIeWIuYlSMV4V9NmoxjVjL7y2naz5qNaAFw/v73q4n6N3Tk25vP0XmPf6gdaNZSXeTkl395Yv1+1Jy/W86X5srTciWad/qiLV5eX4/mjyzdY9NwX4/8P6xC+tde4uihze68u5ALrbp4OwPvwCj+Ud+WJ+9HQmCM8dRr3lXeAv8h3nFtsVge2hw+TeBrM3WHeCnVSa2dFXPnjT2JRx9vFuWdkOw8+mjzmrgguLWd9uO2UP7hy4Cnd+J99eL3hz3eSs4Xo075duHvIdinn4qi3YT/LAh15K8jCb+j/m/Q+Bs0/laf/8+rj7cQuCrlZDRqNgaVXdjhUctXizRCNMY77MyEtz3hR0wqXh6+X9gO+pvGbxq/afym8ZvGbxq/afym8ZvGbxq/afym8ZvGbxq/afym8ZvGbxq/afym8ZvGbxq/afym8ZvG/zk0NKtmh/aCLdJslsk4uQkPKdj8tbn09TNQjZq6P3yc8uvnqbpcw+Gxw8dx95erneV26P365SiHb1+OWjwcufSTDmbAkKkmFX3Nyum3seADbbxn2e2iDFTqy7BhGbwz2M0hT8aK6YfFf/3q4Eo08H//q4N/3Wk69V9eR7zeE7rl2fwe0E+vLjo/+i/fBYN4yn16/mDwH9+srfsv89z6jH7AYyYa+RP/Lyz5fyJtICEFggz9/UU29V3WYuivj0imVLNH2ixMp/5s4z1ywnsm0qSc2l3QXd2N74Zsz5a+8ZNu/SFCOMdSwE3EfLG9Nj7MWgWZfWUDYxkseiVRViMqDU2pvT2Nb2o7MCj2cFt4Pz2zR3gPa7cmQ58R/oeKAO6TG+6HueR21TCrOQs9O4YMtobEFiEUiKmUEEv/soaNF2KFtWIUOE4INEZpAwAxqpv1SU26eagRqXQyHZzJmcOjkFKkGGOmCzWsazScxOpPy2TNFKAQgZwFJgSBmkrKMvY6GVORSb4GEfUjVS2EUaqnkgsqsAx4dT09qFN3XoNFVQHNNclnBvtWf9HRafC5RmlBMPtKe4LTH4XdDntw6oL9nQUgCpJO6CLkaH+7M4EQcbOpdwb1BB6Y1Wak817pugcbDWnvDgpDGM8Hfb6sabECXPnQr4hkm5XuVrh4s7RiRE3awJ2o79cb8o6+yS4uy0JUkuQfTiTmL5q4h2cGzjfpeStFWb9nZ1AjyJ0oC5fNA01VV3D9tITgCcDMXRdjFUIj/Snk1b5Lf8hqNaAwMz16m8v8H1U0ViFiYfEw0Rby0+AvyeiYfLFipUfVno2AcOf4b2/rj+uuSbpT6td3wlf1+qn21CJXcBaYaTQf0nxyVGEDYMPLe4ER/cBMmCIm6vwlARp1Y611rjRhHaBe7M8grcyc3Qk96/F5GSG6k03zDd63RKOHOLoHmnCbhK5VxXEwWposjegHEa4hr2XcJYuL1a/0z38o9RNPeUrZsbmz6wrstYw3i7E1wdAkSx34sv5QHdhBmIAhhDcY7v923SnKFFBvEkQ2WJcVltVobLkQFtjrOj3jtEEC4axlVzEegvw42qGscvHyoEVyyYXrMuAUo8FR3DMC8orA1kUUsHsf9HpO6KaBlkmVV5kliLArZh4v5lUc0ZSwwC86xxDxIZVnd5doyirGU0hYlWQ4vvzvSbRUVlvS7uYhv0WCBP01zMxbsMhzCQg5+rmErnSi3upK0lunvKFztdbawOYhRTlAQ9y1wQVP9AbpU3vzDxnepxuTZ5NGStZ4ntTaCThIgHoR6TGKJSYojZCe01vqnnz2UXipCWMFx5UeztiLY7xBpjMyZXMKcJ3fnlp7oShIK7q7leToNRvOTn12eKEf1VcgpbRdPqdhI2YVeoc0AF4efCTIWmg/7YX12FOVN3CsK1qrSxJA0dkEfMkauIUpSup/YNmbvNA9MTs/4QkKn6QphdcqEK0wEEb6/e+fDLAXPFzVM1VCGsR9Pv+YxCJP7uba7HpLiRgh8HpR3pm18i9gaax1b85YorwUZpA5e2799VkDJ/nG50xgXFYpCp5fibM+SZ4dg7BSRqcUwbRnFRAbUxTJBM2QNZzZJdGXMu6qzXtg0JvO+9wlffqdlf+TU6+7wweOqXxpRvq2XH5ywWD6YQSM9Yk23L798wPXv21pg4hi+ETR1N6hB0hQ5vyFxs/GM+NtiHASV48sxWLy/wDKSVwkmFPDJ25IyNbZhrITMdcpLN0BSbO9WjdQyRqLfQwVijrrYdviKtv3hq9uV0DsWDZVopfvQja9aJncEX2XMfoOntZtKb+49867ElmRfXDONdkmgfHULi9/U8TrKmdHrena1ciz9HtKC2Pi/qwC5EzOg6vE1LnmOVhXVb0EleB6GoQmV3qLExByxNUY1si3C2djxJoyzme/ESb5cLFsYHgsIvWdj8K84+3gzqNa54fisMDZUvXDJTJhXRaXpja700JYJiWVRfpRuNWgMou84XsnaBl7rD9ovkqN0HBYPoInpll5et3A+7B2gNNDNJbfQ6BoPhP30EX+uKr9/RG7GaxERM96ywxv766DupZQvAmzd/zWATazRAa8GsSe7KS7CbdVyR/AUMjaKtSQjO4Ul2UdZdHYFNewM1LYHm3WxD33mGomLjfE+Y//OIY7KwQfsc/Mp15RQOLUFtkZOo0rKMM0ozkL0Pwb/YWEl3Aj2rPZPpPSIvjWCF/1zPUcRZYR1YmkUF4Zgpw4rAAj6jG1EzYjFXFF4yHDtGyIcf8HbaQiMT4LB4Q5srz/CEBZlZESoWP1UC/AfZyLNTAklBxrGp0iepyRlxiLSX0OsTKm1X/ocM/9EOOqPLR8Te0RpLjjzkYO11XEwVoKumNsF68TnEyMv7C/IbFpH+UvfwSOUUuJmaXjiimyCfXU+vKqISa9dzSfXE+dp6WzK8Nmw+FIb2VwCizhdCtFmyinaCFv1wDcWjXlSZk9TVTJcHPTryKQhjdviSvIxbXfTbgWK2H48PPC14uFSaZXDRjo6ZDq9be3s/yIBzXeMthxWu6kWL+upkDgtnhK4Mgu9DLrRY7hRWz6wTM+UutbvQ12OqzGhKN0vj8JOPsluDr8mOoNqQxZh49PburVvIZmL2QYmac707KiLIkeRCrRkNaT3xhbQpOpHldcG6JQrlP1tE0hsJ52muVS21FF8Uwz+DJrYhpddErg5gycdecpqU7v1HA38zkXDZ3feRv2Zygya33adhacuHKH47KG2GDI5J8rw8vjtlmWED3WNTLmbkC9gKJHNwDEU7oafcHOey3nDvTwZFn57Xnh6TPQuGrzkj86muyNaeH0EqgqcvF5AYIinuPVeBHrvO8d2kxybYPjDCbvWlmekAbF/Tz6VDJU1dVoPFX9Wgli95BzrXU3MAc/eY53EdhrJ24TnW2qqWfLIFY9yDl3qid4yA90YpdejlYJPlACXUI56bzXqgzf8fMk7qyNABA/Uj9IWtcHi5hqa/eIgCX9PiLOofFNyRZEh9nSUwfydZpJcF0Dw67m2UMInYE4xFW5jwt/DpFhSlvl8+ebtDQIJeqJhIXdjlrSBecmWCe0ilWA812oha42wdXGZ4XvLiRkNcBw64h0lvGnz6XvWHCI1k5GV+nUKPzWB6vKYypMeBeuMyhPencX8ppLfcIcQK/8EdEevOs/rxVEGcoBWRm0RFzwwmKavmX7wN0FmLZkan0zhxH8ttuSbfzqT0a5i/iNqGPsNKXN8uUZ9VUw4HgSOAF10nodKwu3AVfm09Ax6RST1EexeB2EsDuiNc3pe/H8cndQ8xqvB7alz2XrkjAWY1JO/v0VZXM1K0wL5zpiTKfRVGYlFZFGmo0nvQhLiHx9ecja0QfZv10d/RTueqRd5vX0GkBDQyDRoiUoT+3EM0Pcl96/Qd5hvclFZnX1ef/MwRdGDjjeG2qQFfLIGxrg66dEdRg2T0PaGA9b57SfDkK+7PboBX0oxfnmZKi2r1EBPU9UEpbPB8oRkeHEa9n4yYIMcUf3eDg1FVfXyANiJ7V3OmlPv8taPE8/WT1zMk0UtfxzPpUH9RzxseT9abBV1Lkddj46hZS9N1V6XA6rx8ADyj5Vyb+P7zxPWnlBA+itCSxzD+piWPZgXIi+HLW98hIjlVcsV9bhGF3D7Y7fUHAFwHh+7F6SEJjlF1FBUQTPGc1NFlzfECA4EjTyBguLPLxY1SfiTInLgittJernvwZtkdp1RrBo0P1LmQPgcjyMVHARu0dLOicaSQ5Gevqrvkfvo/V6BfoOmqBcVRwWzvUvdgcN+XKmPnTjmgjy1v6HiYEs2EKI19t+pC/8hfmZ2TdPDykHjiEBWV0fNF5hZzls9RXJC8CcFByeVWUNmTn995OhgIiPm5UMtyvInfz0bLzg+sgl7/y7PTM2T0853VC/PDQHY8puYCFCc/1glGDEXWwfOQig46y9k616HG1Ge3yXLagzd67c+MugEJPrU7S0HdLg3Mh/GzrGoBAdlSSJpce8iLBqhk91yVxO9XxOG2hxGDT/JVcki9VLzjfVGQsPFt/Uk5/uTNArt2yl5Nbmn1XtD5RF1lez/Kz1S7JwzspDeys1zxt2WRAaGUXiMUEIBWbHHd9cV0Vmi9q3a/8QQTyIw+4nxeOQBde0YBAzqeHIkPZJzZh9HX/q30/o6l53/SOegLhyZwsK2YrQVZe6A8NVjUuJ14XVWzTrTMfq0Wbzh+PDGlK3KSpZepCDCBj8aYSVeNOUk1u69DY16vFaaylAw9EHw5nmdZMqu5nUxS/U/Cr6/heUwMWB1YtQOquawzLHtptjAVOXzIdrnUY+BhzQuqEU3Ry5+dg0++oKmj9ST19JiaUw1Y1UDI+6kjSef7qoSwbQoA1w3EkhpBSFhURUVY99kkf8/eWBGOBXN/z2CRaGAmW20HHeuikLFR+REeMnSWqXzW1afLgA6/gdsCceRddH0T83noSPSR0knd1qzc5FWGp0zXdCFniHSb2K1DGNlhUwDDW8Gue7B+kQ2oVAuo20T3qEpNw2zE7PsXyM6x4XryvOPf5AkYtvzlUnfgsFdP3JEU1U6IXBjtSWItLjFMaspyn9VoDqFqBcL2SsMV7e/8QfxePDp+rs93HIHLbS19vIO0OsRlaGT9TLqwduOgsHnVgXZcFGLR5sKYLXDweWmaX7gIIumzsA2jjrS7SlFLti/kZScVEnS/3y1BTkcjo3wmIeGKssih2f2ex+3EIdfTsqF+qVwTwwZfN0nKXa815luMxZOawHU7Qw/QJiLfsdibNncSDTT0iwLccV+YUSX2bMHMef4SWFTAuV17jPW4HevBdEtl4NDwU4iotTdT/ec0esOHQRS1/BNVOgSefBXa6wiUueoPnZBo9cJZN8pW+09eWvhLcemSmf6S3V/cAJJHEeM6hFOEX5DYLxnc0WTSXsx/Nw/azFtOq5tK467Cx1EPd6aPQdzXN8wf6pqeCm2o65aOxs67idSrUL0fBj4HNGneafMc5Akxipv+FYZ81WJMmESZ2J8UXloiR69lPxhu5sXYdHUxZNO7SHkQkSu9131Q5jQMgLmFQYx3mhgDNf4L/IxnOctd4PmqAXF6kcZBFT+Lba5DzvMnGS7VigJjyeGVzR2B2LR85u9W+9gpM99R9++sXrVU60az/MbNEbztwNQ0jjb7UsZsJAdzE477OtwxaoG7ldQlMdOynBKGawPpWbnUpIxAyVvRlNvRuef7VNTrzeE4I/92ccXJFedoI1uFDayMyCjWb+pwwBNGC6jxleTICVhL7ururqHUrcrbB7O7I1fHEMmm3hjpP+EgNiD277smu6n1kV7G8wTeN64M+GPAd35I1JsInKaURewdKCw8BbETed4i4r1sQqC4kNRGbqSQU5sQ2625HZ5feisd2TZR69q7fXF+ENg3btUYAImSjNd8To0SRvzwZz/SBo/h7o5fysjfE26YDroOm20dDcHwoWDwDTO/1A7umoiW4kBYe69uyY1vnWVdPsXgslxPlAEoIJH8J3l5Joz0JyybBn1B0HfvEFeDn2aR1/MX+xf5Y2rn59o7FZhV/RA/lH06PhG1M/11EKiTUbqmcbNO9ffPXPj45AoadFNkm9HO50hHTS1MdDDj4uTv9H7YbXIKWazbtJVP+P6gkgt9XM3TzYd5HZ8mTjduz9f5Z+PsCUn96ZfSmGHhrnPTC8NVr9sEjlYBcd3dU1f/vH1srie0VuQApWgGnRvLohvVm9QPSK0N5/iKmm5hVg76hUjxVrBrXM5QzJopw+flSA++vgPsu9+ebQi/8XUEsDBBQAAgAIAGoYaUmAI88WSwAAAGoAAAAbAAAAdW5pdmVyc2FsL3VuaXZlcnNhbC5wbmcueG1ss7GvyM1RKEstKs7Mz7NVMtQzULK34+WyKShKLctMLVeoAIoBBSFASaHSVsnECMEtz0wpybBVsjA1Q4hlpGamZ5TYKpkhKdQHGgkAUEsBAgAAFAACAAgAQ5RXRw3AMR7AAQAA2gMAAA8AAAAAAAAAAQAAAAAAAAAAAG5vbmUvcGxheWVyLnhtbFBLAQIAABQAAgAIAESUV0cjtE77+wIAALAIAAAUAAAAAAAAAAEAAAAAAO0BAAB1bml2ZXJzYWwvcGxheWVyLnhtbFBLAQIAABQAAgAIAGoYaUko9ViaPUQAAK+LAAAXAAAAAAAAAAAAAAAAABoFAAB1bml2ZXJzYWwvdW5pdmVyc2FsLnBuZ1BLAQIAABQAAgAIAGoYaUmAI88WSwAAAGoAAAAbAAAAAAAAAAEAAAAAAIxJAAB1bml2ZXJzYWwvdW5pdmVyc2FsLnBuZy54bWxQSwUGAAAAAAQABAANAQAAEEoAAAAA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蓝色大气产品发布新品展示商务PPT模板"/>
</p:tagLst>
</file>

<file path=ppt/theme/theme1.xml><?xml version="1.0" encoding="utf-8"?>
<a:theme xmlns:a="http://schemas.openxmlformats.org/drawingml/2006/main" name="1_自定义设计方案">
  <a:themeElements>
    <a:clrScheme name="02汽车01">
      <a:dk1>
        <a:sysClr val="windowText" lastClr="000000"/>
      </a:dk1>
      <a:lt1>
        <a:sysClr val="window" lastClr="FFFFFF"/>
      </a:lt1>
      <a:dk2>
        <a:srgbClr val="010B28"/>
      </a:dk2>
      <a:lt2>
        <a:srgbClr val="E7E6E6"/>
      </a:lt2>
      <a:accent1>
        <a:srgbClr val="383E6B"/>
      </a:accent1>
      <a:accent2>
        <a:srgbClr val="010B28"/>
      </a:accent2>
      <a:accent3>
        <a:srgbClr val="383E6B"/>
      </a:accent3>
      <a:accent4>
        <a:srgbClr val="010B28"/>
      </a:accent4>
      <a:accent5>
        <a:srgbClr val="383E6B"/>
      </a:accent5>
      <a:accent6>
        <a:srgbClr val="010B28"/>
      </a:accent6>
      <a:hlink>
        <a:srgbClr val="383E6B"/>
      </a:hlink>
      <a:folHlink>
        <a:srgbClr val="010B28"/>
      </a:folHlink>
    </a:clrScheme>
    <a:fontScheme name="Temp">
      <a:majorFont>
        <a:latin typeface="Corbel"/>
        <a:ea typeface="微软雅黑"/>
        <a:cs typeface=""/>
      </a:majorFont>
      <a:minorFont>
        <a:latin typeface="Corbe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476</Words>
  <Application>Microsoft Office PowerPoint</Application>
  <PresentationFormat>自定义</PresentationFormat>
  <Paragraphs>164</Paragraphs>
  <Slides>9</Slides>
  <Notes>9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熊猫办公ppt</dc:title>
  <dc:creator/>
  <cp:lastModifiedBy/>
  <cp:revision>1</cp:revision>
  <dcterms:created xsi:type="dcterms:W3CDTF">2017-08-09T03:56:55Z</dcterms:created>
  <dcterms:modified xsi:type="dcterms:W3CDTF">2026-07-19T12:41:55Z</dcterms:modified>
</cp:coreProperties>
</file>